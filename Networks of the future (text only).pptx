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2" r:id="rId4"/>
  </p:sldMasterIdLst>
  <p:notesMasterIdLst>
    <p:notesMasterId r:id="rId19"/>
  </p:notesMasterIdLst>
  <p:handoutMasterIdLst>
    <p:handoutMasterId r:id="rId20"/>
  </p:handoutMasterIdLst>
  <p:sldIdLst>
    <p:sldId id="256" r:id="rId5"/>
    <p:sldId id="257" r:id="rId6"/>
    <p:sldId id="258" r:id="rId7"/>
    <p:sldId id="259" r:id="rId8"/>
    <p:sldId id="260" r:id="rId9"/>
    <p:sldId id="261" r:id="rId10"/>
    <p:sldId id="262" r:id="rId11"/>
    <p:sldId id="263" r:id="rId12"/>
    <p:sldId id="264" r:id="rId13"/>
    <p:sldId id="265" r:id="rId14"/>
    <p:sldId id="267" r:id="rId15"/>
    <p:sldId id="268" r:id="rId16"/>
    <p:sldId id="269" r:id="rId17"/>
    <p:sldId id="27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864409-34DC-4649-B17C-EC4185EEAE50}" v="72" dt="2026-10-19T02:35:54.983"/>
    <p1510:client id="{50D52D20-F020-4125-8438-958C652DCD60}" v="50" dt="2026-10-19T20:11:26.5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6239" autoAdjust="0"/>
  </p:normalViewPr>
  <p:slideViewPr>
    <p:cSldViewPr snapToGrid="0">
      <p:cViewPr varScale="1">
        <p:scale>
          <a:sx n="106" d="100"/>
          <a:sy n="106" d="100"/>
        </p:scale>
        <p:origin x="136" y="72"/>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uxvoort, James" userId="f0417c9c-4fa6-4821-bb72-fcb719d18724" providerId="ADAL" clId="{D934D90D-6AED-47AE-8A7F-F32627584AAF}"/>
    <pc:docChg chg="undo custSel addSld delSld modSld sldOrd">
      <pc:chgData name="Bruxvoort, James" userId="f0417c9c-4fa6-4821-bb72-fcb719d18724" providerId="ADAL" clId="{D934D90D-6AED-47AE-8A7F-F32627584AAF}" dt="2026-10-19T20:21:11.077" v="14192" actId="478"/>
      <pc:docMkLst>
        <pc:docMk/>
      </pc:docMkLst>
      <pc:sldChg chg="addSp delSp modSp mod addAnim delAnim">
        <pc:chgData name="Bruxvoort, James" userId="f0417c9c-4fa6-4821-bb72-fcb719d18724" providerId="ADAL" clId="{D934D90D-6AED-47AE-8A7F-F32627584AAF}" dt="2026-10-19T20:21:11.077" v="14192" actId="478"/>
        <pc:sldMkLst>
          <pc:docMk/>
          <pc:sldMk cId="884987792" sldId="256"/>
        </pc:sldMkLst>
        <pc:picChg chg="add del mod">
          <ac:chgData name="Bruxvoort, James" userId="f0417c9c-4fa6-4821-bb72-fcb719d18724" providerId="ADAL" clId="{D934D90D-6AED-47AE-8A7F-F32627584AAF}" dt="2026-10-19T20:21:11.077" v="14192" actId="478"/>
          <ac:picMkLst>
            <pc:docMk/>
            <pc:sldMk cId="884987792" sldId="256"/>
            <ac:picMk id="8" creationId="{3465B39E-B435-9992-01E3-EF99DA2ADCB6}"/>
          </ac:picMkLst>
        </pc:picChg>
      </pc:sldChg>
      <pc:sldChg chg="addSp delSp modSp mod modTransition modAnim">
        <pc:chgData name="Bruxvoort, James" userId="f0417c9c-4fa6-4821-bb72-fcb719d18724" providerId="ADAL" clId="{D934D90D-6AED-47AE-8A7F-F32627584AAF}" dt="2026-10-19T20:14:44.161" v="14125" actId="1076"/>
        <pc:sldMkLst>
          <pc:docMk/>
          <pc:sldMk cId="2419178346" sldId="257"/>
        </pc:sldMkLst>
        <pc:picChg chg="add del mod">
          <ac:chgData name="Bruxvoort, James" userId="f0417c9c-4fa6-4821-bb72-fcb719d18724" providerId="ADAL" clId="{D934D90D-6AED-47AE-8A7F-F32627584AAF}" dt="2026-10-19T19:41:53.593" v="14056"/>
          <ac:picMkLst>
            <pc:docMk/>
            <pc:sldMk cId="2419178346" sldId="257"/>
            <ac:picMk id="15" creationId="{70E47ABA-9D3C-D803-3DA1-D50495DE25D2}"/>
          </ac:picMkLst>
        </pc:picChg>
        <pc:picChg chg="add del mod ord">
          <ac:chgData name="Bruxvoort, James" userId="f0417c9c-4fa6-4821-bb72-fcb719d18724" providerId="ADAL" clId="{D934D90D-6AED-47AE-8A7F-F32627584AAF}" dt="2026-10-19T19:42:09.984" v="14057"/>
          <ac:picMkLst>
            <pc:docMk/>
            <pc:sldMk cId="2419178346" sldId="257"/>
            <ac:picMk id="18" creationId="{8CF99193-67AA-1BD0-93FF-9F6CD2DD0B99}"/>
          </ac:picMkLst>
        </pc:picChg>
        <pc:picChg chg="add del mod">
          <ac:chgData name="Bruxvoort, James" userId="f0417c9c-4fa6-4821-bb72-fcb719d18724" providerId="ADAL" clId="{D934D90D-6AED-47AE-8A7F-F32627584AAF}" dt="2026-10-19T19:42:12.219" v="14059"/>
          <ac:picMkLst>
            <pc:docMk/>
            <pc:sldMk cId="2419178346" sldId="257"/>
            <ac:picMk id="19" creationId="{995C5546-0035-34D4-A926-E55B70EB6587}"/>
          </ac:picMkLst>
        </pc:picChg>
        <pc:picChg chg="add del mod ord">
          <ac:chgData name="Bruxvoort, James" userId="f0417c9c-4fa6-4821-bb72-fcb719d18724" providerId="ADAL" clId="{D934D90D-6AED-47AE-8A7F-F32627584AAF}" dt="2026-10-19T19:43:00.310" v="14060"/>
          <ac:picMkLst>
            <pc:docMk/>
            <pc:sldMk cId="2419178346" sldId="257"/>
            <ac:picMk id="22" creationId="{C7FE73A7-9895-4E5A-42AD-F63B36035464}"/>
          </ac:picMkLst>
        </pc:picChg>
        <pc:picChg chg="add del mod">
          <ac:chgData name="Bruxvoort, James" userId="f0417c9c-4fa6-4821-bb72-fcb719d18724" providerId="ADAL" clId="{D934D90D-6AED-47AE-8A7F-F32627584AAF}" dt="2026-10-19T19:43:12.872" v="14062"/>
          <ac:picMkLst>
            <pc:docMk/>
            <pc:sldMk cId="2419178346" sldId="257"/>
            <ac:picMk id="23" creationId="{8BAAC194-A557-B3D3-2E7E-D2D10DDAFB9E}"/>
          </ac:picMkLst>
        </pc:picChg>
        <pc:picChg chg="add del mod ord">
          <ac:chgData name="Bruxvoort, James" userId="f0417c9c-4fa6-4821-bb72-fcb719d18724" providerId="ADAL" clId="{D934D90D-6AED-47AE-8A7F-F32627584AAF}" dt="2026-10-19T19:44:17.137" v="14063"/>
          <ac:picMkLst>
            <pc:docMk/>
            <pc:sldMk cId="2419178346" sldId="257"/>
            <ac:picMk id="26" creationId="{34C9FDEF-A769-3F41-A3B9-BC09F77A7940}"/>
          </ac:picMkLst>
        </pc:picChg>
        <pc:picChg chg="add mod">
          <ac:chgData name="Bruxvoort, James" userId="f0417c9c-4fa6-4821-bb72-fcb719d18724" providerId="ADAL" clId="{D934D90D-6AED-47AE-8A7F-F32627584AAF}" dt="2026-10-19T20:14:44.161" v="14125" actId="1076"/>
          <ac:picMkLst>
            <pc:docMk/>
            <pc:sldMk cId="2419178346" sldId="257"/>
            <ac:picMk id="27" creationId="{E6014A4D-A748-3FBA-2B03-5C6CF8C7C31A}"/>
          </ac:picMkLst>
        </pc:picChg>
      </pc:sldChg>
      <pc:sldChg chg="addSp modSp">
        <pc:chgData name="Bruxvoort, James" userId="f0417c9c-4fa6-4821-bb72-fcb719d18724" providerId="ADAL" clId="{D934D90D-6AED-47AE-8A7F-F32627584AAF}" dt="2026-10-19T19:45:22.070" v="14064"/>
        <pc:sldMkLst>
          <pc:docMk/>
          <pc:sldMk cId="1226381431" sldId="258"/>
        </pc:sldMkLst>
        <pc:picChg chg="add mod">
          <ac:chgData name="Bruxvoort, James" userId="f0417c9c-4fa6-4821-bb72-fcb719d18724" providerId="ADAL" clId="{D934D90D-6AED-47AE-8A7F-F32627584AAF}" dt="2026-10-19T19:45:22.070" v="14064"/>
          <ac:picMkLst>
            <pc:docMk/>
            <pc:sldMk cId="1226381431" sldId="258"/>
            <ac:picMk id="20" creationId="{CDE7F513-C5F3-39B2-214D-0C4710D7C7B9}"/>
          </ac:picMkLst>
        </pc:picChg>
      </pc:sldChg>
      <pc:sldChg chg="addSp delSp modSp mod modTransition modAnim modNotesTx">
        <pc:chgData name="Bruxvoort, James" userId="f0417c9c-4fa6-4821-bb72-fcb719d18724" providerId="ADAL" clId="{D934D90D-6AED-47AE-8A7F-F32627584AAF}" dt="2026-10-19T19:47:36.180" v="14076"/>
        <pc:sldMkLst>
          <pc:docMk/>
          <pc:sldMk cId="3811997279" sldId="259"/>
        </pc:sldMkLst>
        <pc:spChg chg="mod">
          <ac:chgData name="Bruxvoort, James" userId="f0417c9c-4fa6-4821-bb72-fcb719d18724" providerId="ADAL" clId="{D934D90D-6AED-47AE-8A7F-F32627584AAF}" dt="2026-10-17T15:07:22.862" v="3313" actId="20577"/>
          <ac:spMkLst>
            <pc:docMk/>
            <pc:sldMk cId="3811997279" sldId="259"/>
            <ac:spMk id="16" creationId="{073286D2-4E99-EEAC-8537-37C68232F7F9}"/>
          </ac:spMkLst>
        </pc:spChg>
        <pc:picChg chg="add del mod">
          <ac:chgData name="Bruxvoort, James" userId="f0417c9c-4fa6-4821-bb72-fcb719d18724" providerId="ADAL" clId="{D934D90D-6AED-47AE-8A7F-F32627584AAF}" dt="2026-10-19T19:45:24.482" v="14066"/>
          <ac:picMkLst>
            <pc:docMk/>
            <pc:sldMk cId="3811997279" sldId="259"/>
            <ac:picMk id="5" creationId="{1963642F-B13F-83BE-4BA5-516EBB70676A}"/>
          </ac:picMkLst>
        </pc:picChg>
        <pc:picChg chg="add del mod ord">
          <ac:chgData name="Bruxvoort, James" userId="f0417c9c-4fa6-4821-bb72-fcb719d18724" providerId="ADAL" clId="{D934D90D-6AED-47AE-8A7F-F32627584AAF}" dt="2026-10-19T19:45:35.432" v="14067"/>
          <ac:picMkLst>
            <pc:docMk/>
            <pc:sldMk cId="3811997279" sldId="259"/>
            <ac:picMk id="9" creationId="{56B648CB-42E1-6E2A-64CE-9116849FA4A5}"/>
          </ac:picMkLst>
        </pc:picChg>
        <pc:picChg chg="add del mod">
          <ac:chgData name="Bruxvoort, James" userId="f0417c9c-4fa6-4821-bb72-fcb719d18724" providerId="ADAL" clId="{D934D90D-6AED-47AE-8A7F-F32627584AAF}" dt="2026-10-19T19:45:39.097" v="14069"/>
          <ac:picMkLst>
            <pc:docMk/>
            <pc:sldMk cId="3811997279" sldId="259"/>
            <ac:picMk id="10" creationId="{656B60CF-B5EA-2A01-C62E-383FBFB1D092}"/>
          </ac:picMkLst>
        </pc:picChg>
        <pc:picChg chg="add del mod ord">
          <ac:chgData name="Bruxvoort, James" userId="f0417c9c-4fa6-4821-bb72-fcb719d18724" providerId="ADAL" clId="{D934D90D-6AED-47AE-8A7F-F32627584AAF}" dt="2026-10-19T19:46:04.993" v="14070"/>
          <ac:picMkLst>
            <pc:docMk/>
            <pc:sldMk cId="3811997279" sldId="259"/>
            <ac:picMk id="13" creationId="{966E294A-7947-5197-459A-F4418C895136}"/>
          </ac:picMkLst>
        </pc:picChg>
        <pc:picChg chg="add del mod">
          <ac:chgData name="Bruxvoort, James" userId="f0417c9c-4fa6-4821-bb72-fcb719d18724" providerId="ADAL" clId="{D934D90D-6AED-47AE-8A7F-F32627584AAF}" dt="2026-10-19T19:46:08.565" v="14072"/>
          <ac:picMkLst>
            <pc:docMk/>
            <pc:sldMk cId="3811997279" sldId="259"/>
            <ac:picMk id="14" creationId="{E909581A-B414-6AB9-9B36-5C73F3B76D90}"/>
          </ac:picMkLst>
        </pc:picChg>
        <pc:picChg chg="add del mod ord">
          <ac:chgData name="Bruxvoort, James" userId="f0417c9c-4fa6-4821-bb72-fcb719d18724" providerId="ADAL" clId="{D934D90D-6AED-47AE-8A7F-F32627584AAF}" dt="2026-10-19T19:46:21.259" v="14073"/>
          <ac:picMkLst>
            <pc:docMk/>
            <pc:sldMk cId="3811997279" sldId="259"/>
            <ac:picMk id="19" creationId="{A7951E43-779B-9B30-234E-858EE1770702}"/>
          </ac:picMkLst>
        </pc:picChg>
        <pc:picChg chg="add del mod">
          <ac:chgData name="Bruxvoort, James" userId="f0417c9c-4fa6-4821-bb72-fcb719d18724" providerId="ADAL" clId="{D934D90D-6AED-47AE-8A7F-F32627584AAF}" dt="2026-10-19T19:46:22.981" v="14075"/>
          <ac:picMkLst>
            <pc:docMk/>
            <pc:sldMk cId="3811997279" sldId="259"/>
            <ac:picMk id="20" creationId="{40FDC168-45BF-35F2-6CED-3DF9DB15A873}"/>
          </ac:picMkLst>
        </pc:picChg>
        <pc:picChg chg="add del mod ord">
          <ac:chgData name="Bruxvoort, James" userId="f0417c9c-4fa6-4821-bb72-fcb719d18724" providerId="ADAL" clId="{D934D90D-6AED-47AE-8A7F-F32627584AAF}" dt="2026-10-19T19:47:36.180" v="14076"/>
          <ac:picMkLst>
            <pc:docMk/>
            <pc:sldMk cId="3811997279" sldId="259"/>
            <ac:picMk id="23" creationId="{E028F347-BD19-A276-4202-B3EEF95903F5}"/>
          </ac:picMkLst>
        </pc:picChg>
        <pc:picChg chg="add mod">
          <ac:chgData name="Bruxvoort, James" userId="f0417c9c-4fa6-4821-bb72-fcb719d18724" providerId="ADAL" clId="{D934D90D-6AED-47AE-8A7F-F32627584AAF}" dt="2026-10-19T19:47:36.180" v="14076"/>
          <ac:picMkLst>
            <pc:docMk/>
            <pc:sldMk cId="3811997279" sldId="259"/>
            <ac:picMk id="24" creationId="{BBEF71B6-CF22-DBC1-C552-C94F4C8441EE}"/>
          </ac:picMkLst>
        </pc:picChg>
      </pc:sldChg>
      <pc:sldChg chg="addSp delSp modSp new mod ord modTransition modAnim modNotesTx">
        <pc:chgData name="Bruxvoort, James" userId="f0417c9c-4fa6-4821-bb72-fcb719d18724" providerId="ADAL" clId="{D934D90D-6AED-47AE-8A7F-F32627584AAF}" dt="2026-10-19T20:15:13.595" v="14129" actId="1076"/>
        <pc:sldMkLst>
          <pc:docMk/>
          <pc:sldMk cId="2618182527" sldId="260"/>
        </pc:sldMkLst>
        <pc:spChg chg="mod">
          <ac:chgData name="Bruxvoort, James" userId="f0417c9c-4fa6-4821-bb72-fcb719d18724" providerId="ADAL" clId="{D934D90D-6AED-47AE-8A7F-F32627584AAF}" dt="2026-10-17T14:14:25.842" v="1152" actId="20577"/>
          <ac:spMkLst>
            <pc:docMk/>
            <pc:sldMk cId="2618182527" sldId="260"/>
            <ac:spMk id="2" creationId="{AA0CCCF3-0DAB-BC24-CAE2-0B67FAF4B9F3}"/>
          </ac:spMkLst>
        </pc:spChg>
        <pc:spChg chg="mod">
          <ac:chgData name="Bruxvoort, James" userId="f0417c9c-4fa6-4821-bb72-fcb719d18724" providerId="ADAL" clId="{D934D90D-6AED-47AE-8A7F-F32627584AAF}" dt="2026-10-17T14:34:51.179" v="2389" actId="20577"/>
          <ac:spMkLst>
            <pc:docMk/>
            <pc:sldMk cId="2618182527" sldId="260"/>
            <ac:spMk id="3" creationId="{5102983D-39FB-4564-01FE-E96779A344FF}"/>
          </ac:spMkLst>
        </pc:spChg>
        <pc:picChg chg="add del mod">
          <ac:chgData name="Bruxvoort, James" userId="f0417c9c-4fa6-4821-bb72-fcb719d18724" providerId="ADAL" clId="{D934D90D-6AED-47AE-8A7F-F32627584AAF}" dt="2026-10-19T19:48:03.945" v="14079"/>
          <ac:picMkLst>
            <pc:docMk/>
            <pc:sldMk cId="2618182527" sldId="260"/>
            <ac:picMk id="20" creationId="{57CA5B06-E714-C623-FC81-7B39737D0796}"/>
          </ac:picMkLst>
        </pc:picChg>
        <pc:picChg chg="add del mod ord">
          <ac:chgData name="Bruxvoort, James" userId="f0417c9c-4fa6-4821-bb72-fcb719d18724" providerId="ADAL" clId="{D934D90D-6AED-47AE-8A7F-F32627584AAF}" dt="2026-10-19T19:49:38.556" v="14080"/>
          <ac:picMkLst>
            <pc:docMk/>
            <pc:sldMk cId="2618182527" sldId="260"/>
            <ac:picMk id="23" creationId="{024A111E-ACF6-9893-3553-98AD819689A5}"/>
          </ac:picMkLst>
        </pc:picChg>
        <pc:picChg chg="add mod">
          <ac:chgData name="Bruxvoort, James" userId="f0417c9c-4fa6-4821-bb72-fcb719d18724" providerId="ADAL" clId="{D934D90D-6AED-47AE-8A7F-F32627584AAF}" dt="2026-10-19T20:15:13.595" v="14129" actId="1076"/>
          <ac:picMkLst>
            <pc:docMk/>
            <pc:sldMk cId="2618182527" sldId="260"/>
            <ac:picMk id="24" creationId="{3FBEE7F0-E349-DEB4-5CBD-D71E64AA420B}"/>
          </ac:picMkLst>
        </pc:picChg>
      </pc:sldChg>
      <pc:sldChg chg="addSp delSp modSp add mod ord modTransition modAnim modNotesTx">
        <pc:chgData name="Bruxvoort, James" userId="f0417c9c-4fa6-4821-bb72-fcb719d18724" providerId="ADAL" clId="{D934D90D-6AED-47AE-8A7F-F32627584AAF}" dt="2026-10-19T20:15:19.907" v="14130" actId="1076"/>
        <pc:sldMkLst>
          <pc:docMk/>
          <pc:sldMk cId="1160666374" sldId="261"/>
        </pc:sldMkLst>
        <pc:spChg chg="mod">
          <ac:chgData name="Bruxvoort, James" userId="f0417c9c-4fa6-4821-bb72-fcb719d18724" providerId="ADAL" clId="{D934D90D-6AED-47AE-8A7F-F32627584AAF}" dt="2026-10-17T15:25:56.879" v="4166" actId="20577"/>
          <ac:spMkLst>
            <pc:docMk/>
            <pc:sldMk cId="1160666374" sldId="261"/>
            <ac:spMk id="2" creationId="{E5BD9EBC-0F12-2AB3-0EC7-AC9712EEA916}"/>
          </ac:spMkLst>
        </pc:spChg>
        <pc:spChg chg="mod">
          <ac:chgData name="Bruxvoort, James" userId="f0417c9c-4fa6-4821-bb72-fcb719d18724" providerId="ADAL" clId="{D934D90D-6AED-47AE-8A7F-F32627584AAF}" dt="2026-10-17T15:10:02.272" v="3404" actId="20577"/>
          <ac:spMkLst>
            <pc:docMk/>
            <pc:sldMk cId="1160666374" sldId="261"/>
            <ac:spMk id="4" creationId="{2139133B-89C5-4BDA-F44B-2FC283C2CC4C}"/>
          </ac:spMkLst>
        </pc:spChg>
        <pc:spChg chg="mod">
          <ac:chgData name="Bruxvoort, James" userId="f0417c9c-4fa6-4821-bb72-fcb719d18724" providerId="ADAL" clId="{D934D90D-6AED-47AE-8A7F-F32627584AAF}" dt="2026-10-17T15:16:05.686" v="3764" actId="20577"/>
          <ac:spMkLst>
            <pc:docMk/>
            <pc:sldMk cId="1160666374" sldId="261"/>
            <ac:spMk id="6" creationId="{574CB9F8-93BA-E5EC-1273-602466CB8A34}"/>
          </ac:spMkLst>
        </pc:spChg>
        <pc:picChg chg="add del mod">
          <ac:chgData name="Bruxvoort, James" userId="f0417c9c-4fa6-4821-bb72-fcb719d18724" providerId="ADAL" clId="{D934D90D-6AED-47AE-8A7F-F32627584AAF}" dt="2026-10-19T19:50:58.421" v="14083"/>
          <ac:picMkLst>
            <pc:docMk/>
            <pc:sldMk cId="1160666374" sldId="261"/>
            <ac:picMk id="13" creationId="{7DC4FB48-E117-C2EF-9132-B562A77BF19A}"/>
          </ac:picMkLst>
        </pc:picChg>
        <pc:picChg chg="add del mod ord">
          <ac:chgData name="Bruxvoort, James" userId="f0417c9c-4fa6-4821-bb72-fcb719d18724" providerId="ADAL" clId="{D934D90D-6AED-47AE-8A7F-F32627584AAF}" dt="2026-10-19T19:51:06.263" v="14084"/>
          <ac:picMkLst>
            <pc:docMk/>
            <pc:sldMk cId="1160666374" sldId="261"/>
            <ac:picMk id="16" creationId="{48A6AA17-855C-272D-D1C9-9970EE191C34}"/>
          </ac:picMkLst>
        </pc:picChg>
        <pc:picChg chg="add del mod">
          <ac:chgData name="Bruxvoort, James" userId="f0417c9c-4fa6-4821-bb72-fcb719d18724" providerId="ADAL" clId="{D934D90D-6AED-47AE-8A7F-F32627584AAF}" dt="2026-10-19T19:51:09.112" v="14086"/>
          <ac:picMkLst>
            <pc:docMk/>
            <pc:sldMk cId="1160666374" sldId="261"/>
            <ac:picMk id="17" creationId="{D0B86FF0-B649-53BA-A182-BAD2CF997190}"/>
          </ac:picMkLst>
        </pc:picChg>
        <pc:picChg chg="add del mod ord">
          <ac:chgData name="Bruxvoort, James" userId="f0417c9c-4fa6-4821-bb72-fcb719d18724" providerId="ADAL" clId="{D934D90D-6AED-47AE-8A7F-F32627584AAF}" dt="2026-10-19T19:52:34.510" v="14087"/>
          <ac:picMkLst>
            <pc:docMk/>
            <pc:sldMk cId="1160666374" sldId="261"/>
            <ac:picMk id="20" creationId="{9B328861-6B4A-E8DC-1860-3F44BFD1D0B9}"/>
          </ac:picMkLst>
        </pc:picChg>
        <pc:picChg chg="add mod">
          <ac:chgData name="Bruxvoort, James" userId="f0417c9c-4fa6-4821-bb72-fcb719d18724" providerId="ADAL" clId="{D934D90D-6AED-47AE-8A7F-F32627584AAF}" dt="2026-10-19T20:15:19.907" v="14130" actId="1076"/>
          <ac:picMkLst>
            <pc:docMk/>
            <pc:sldMk cId="1160666374" sldId="261"/>
            <ac:picMk id="21" creationId="{9BFCCF8D-E6EC-F956-C851-CB2362E651A5}"/>
          </ac:picMkLst>
        </pc:picChg>
      </pc:sldChg>
      <pc:sldChg chg="addSp delSp modSp new mod">
        <pc:chgData name="Bruxvoort, James" userId="f0417c9c-4fa6-4821-bb72-fcb719d18724" providerId="ADAL" clId="{D934D90D-6AED-47AE-8A7F-F32627584AAF}" dt="2026-10-19T20:15:37.255" v="14134" actId="14100"/>
        <pc:sldMkLst>
          <pc:docMk/>
          <pc:sldMk cId="4284474772" sldId="262"/>
        </pc:sldMkLst>
        <pc:spChg chg="mod">
          <ac:chgData name="Bruxvoort, James" userId="f0417c9c-4fa6-4821-bb72-fcb719d18724" providerId="ADAL" clId="{D934D90D-6AED-47AE-8A7F-F32627584AAF}" dt="2026-10-17T15:29:59.244" v="4589" actId="14100"/>
          <ac:spMkLst>
            <pc:docMk/>
            <pc:sldMk cId="4284474772" sldId="262"/>
            <ac:spMk id="2" creationId="{5035B886-D504-E101-9656-10D740BA7EB5}"/>
          </ac:spMkLst>
        </pc:spChg>
        <pc:spChg chg="mod">
          <ac:chgData name="Bruxvoort, James" userId="f0417c9c-4fa6-4821-bb72-fcb719d18724" providerId="ADAL" clId="{D934D90D-6AED-47AE-8A7F-F32627584AAF}" dt="2026-10-17T15:30:09.473" v="4621" actId="20577"/>
          <ac:spMkLst>
            <pc:docMk/>
            <pc:sldMk cId="4284474772" sldId="262"/>
            <ac:spMk id="3" creationId="{A78D3E00-AD8C-6736-7A68-B3A92552980B}"/>
          </ac:spMkLst>
        </pc:spChg>
        <pc:graphicFrameChg chg="add mod ord modGraphic">
          <ac:chgData name="Bruxvoort, James" userId="f0417c9c-4fa6-4821-bb72-fcb719d18724" providerId="ADAL" clId="{D934D90D-6AED-47AE-8A7F-F32627584AAF}" dt="2026-10-19T01:05:05.963" v="12725" actId="207"/>
          <ac:graphicFrameMkLst>
            <pc:docMk/>
            <pc:sldMk cId="4284474772" sldId="262"/>
            <ac:graphicFrameMk id="6" creationId="{919F1FD4-10EE-5E8B-8505-3A2B5C1A19A9}"/>
          </ac:graphicFrameMkLst>
        </pc:graphicFrameChg>
        <pc:picChg chg="add mod">
          <ac:chgData name="Bruxvoort, James" userId="f0417c9c-4fa6-4821-bb72-fcb719d18724" providerId="ADAL" clId="{D934D90D-6AED-47AE-8A7F-F32627584AAF}" dt="2026-10-19T20:15:37.255" v="14134" actId="14100"/>
          <ac:picMkLst>
            <pc:docMk/>
            <pc:sldMk cId="4284474772" sldId="262"/>
            <ac:picMk id="16" creationId="{2D0D8831-0DC2-CC86-8283-D8281D113382}"/>
          </ac:picMkLst>
        </pc:picChg>
      </pc:sldChg>
      <pc:sldChg chg="addSp modSp new mod modNotesTx">
        <pc:chgData name="Bruxvoort, James" userId="f0417c9c-4fa6-4821-bb72-fcb719d18724" providerId="ADAL" clId="{D934D90D-6AED-47AE-8A7F-F32627584AAF}" dt="2026-10-19T19:55:38.406" v="14088"/>
        <pc:sldMkLst>
          <pc:docMk/>
          <pc:sldMk cId="1749479563" sldId="263"/>
        </pc:sldMkLst>
        <pc:spChg chg="mod">
          <ac:chgData name="Bruxvoort, James" userId="f0417c9c-4fa6-4821-bb72-fcb719d18724" providerId="ADAL" clId="{D934D90D-6AED-47AE-8A7F-F32627584AAF}" dt="2026-10-17T15:34:40.760" v="4736" actId="122"/>
          <ac:spMkLst>
            <pc:docMk/>
            <pc:sldMk cId="1749479563" sldId="263"/>
            <ac:spMk id="2" creationId="{B63CA3A3-2DB8-95AD-8064-47651E47A7B6}"/>
          </ac:spMkLst>
        </pc:spChg>
        <pc:spChg chg="mod">
          <ac:chgData name="Bruxvoort, James" userId="f0417c9c-4fa6-4821-bb72-fcb719d18724" providerId="ADAL" clId="{D934D90D-6AED-47AE-8A7F-F32627584AAF}" dt="2026-10-17T15:34:35.172" v="4735" actId="122"/>
          <ac:spMkLst>
            <pc:docMk/>
            <pc:sldMk cId="1749479563" sldId="263"/>
            <ac:spMk id="3" creationId="{5B3AC921-6CCE-3543-D691-8C8C3C967876}"/>
          </ac:spMkLst>
        </pc:spChg>
        <pc:spChg chg="mod">
          <ac:chgData name="Bruxvoort, James" userId="f0417c9c-4fa6-4821-bb72-fcb719d18724" providerId="ADAL" clId="{D934D90D-6AED-47AE-8A7F-F32627584AAF}" dt="2026-10-17T17:01:06.194" v="5436" actId="20577"/>
          <ac:spMkLst>
            <pc:docMk/>
            <pc:sldMk cId="1749479563" sldId="263"/>
            <ac:spMk id="4" creationId="{26E446C7-44D4-66EE-DB15-DE1DEADAB2FB}"/>
          </ac:spMkLst>
        </pc:spChg>
        <pc:spChg chg="mod">
          <ac:chgData name="Bruxvoort, James" userId="f0417c9c-4fa6-4821-bb72-fcb719d18724" providerId="ADAL" clId="{D934D90D-6AED-47AE-8A7F-F32627584AAF}" dt="2026-10-17T15:34:33.896" v="4734" actId="122"/>
          <ac:spMkLst>
            <pc:docMk/>
            <pc:sldMk cId="1749479563" sldId="263"/>
            <ac:spMk id="5" creationId="{41C46E01-6AF0-9261-3ABB-B53316B97758}"/>
          </ac:spMkLst>
        </pc:spChg>
        <pc:spChg chg="mod">
          <ac:chgData name="Bruxvoort, James" userId="f0417c9c-4fa6-4821-bb72-fcb719d18724" providerId="ADAL" clId="{D934D90D-6AED-47AE-8A7F-F32627584AAF}" dt="2026-10-17T18:47:47.795" v="5852" actId="20577"/>
          <ac:spMkLst>
            <pc:docMk/>
            <pc:sldMk cId="1749479563" sldId="263"/>
            <ac:spMk id="6" creationId="{A7B0A6CE-5437-CB30-BB7F-871E38078D7E}"/>
          </ac:spMkLst>
        </pc:spChg>
        <pc:picChg chg="add mod">
          <ac:chgData name="Bruxvoort, James" userId="f0417c9c-4fa6-4821-bb72-fcb719d18724" providerId="ADAL" clId="{D934D90D-6AED-47AE-8A7F-F32627584AAF}" dt="2026-10-19T19:55:38.406" v="14088"/>
          <ac:picMkLst>
            <pc:docMk/>
            <pc:sldMk cId="1749479563" sldId="263"/>
            <ac:picMk id="10" creationId="{B1873319-CBA8-81E8-E734-DA031497CFB7}"/>
          </ac:picMkLst>
        </pc:picChg>
      </pc:sldChg>
      <pc:sldChg chg="addSp delSp modSp new mod modTransition modAnim modNotesTx">
        <pc:chgData name="Bruxvoort, James" userId="f0417c9c-4fa6-4821-bb72-fcb719d18724" providerId="ADAL" clId="{D934D90D-6AED-47AE-8A7F-F32627584AAF}" dt="2026-10-19T20:15:47.395" v="14135" actId="1076"/>
        <pc:sldMkLst>
          <pc:docMk/>
          <pc:sldMk cId="2289589231" sldId="264"/>
        </pc:sldMkLst>
        <pc:spChg chg="mod">
          <ac:chgData name="Bruxvoort, James" userId="f0417c9c-4fa6-4821-bb72-fcb719d18724" providerId="ADAL" clId="{D934D90D-6AED-47AE-8A7F-F32627584AAF}" dt="2026-10-17T21:26:09.999" v="6491" actId="121"/>
          <ac:spMkLst>
            <pc:docMk/>
            <pc:sldMk cId="2289589231" sldId="264"/>
            <ac:spMk id="2" creationId="{C40F6419-D826-D3BF-FA86-C309FFB0F6AA}"/>
          </ac:spMkLst>
        </pc:spChg>
        <pc:spChg chg="mod">
          <ac:chgData name="Bruxvoort, James" userId="f0417c9c-4fa6-4821-bb72-fcb719d18724" providerId="ADAL" clId="{D934D90D-6AED-47AE-8A7F-F32627584AAF}" dt="2026-10-17T21:37:34.407" v="7164" actId="20577"/>
          <ac:spMkLst>
            <pc:docMk/>
            <pc:sldMk cId="2289589231" sldId="264"/>
            <ac:spMk id="4" creationId="{29A09D06-2ABA-B815-B3CE-9D9A7E3F6CB0}"/>
          </ac:spMkLst>
        </pc:spChg>
        <pc:picChg chg="add mod ord">
          <ac:chgData name="Bruxvoort, James" userId="f0417c9c-4fa6-4821-bb72-fcb719d18724" providerId="ADAL" clId="{D934D90D-6AED-47AE-8A7F-F32627584AAF}" dt="2026-10-17T21:15:34.778" v="6400" actId="931"/>
          <ac:picMkLst>
            <pc:docMk/>
            <pc:sldMk cId="2289589231" sldId="264"/>
            <ac:picMk id="6" creationId="{6C855922-C374-298A-6B79-64EA3E67B33C}"/>
          </ac:picMkLst>
        </pc:picChg>
        <pc:picChg chg="add del mod">
          <ac:chgData name="Bruxvoort, James" userId="f0417c9c-4fa6-4821-bb72-fcb719d18724" providerId="ADAL" clId="{D934D90D-6AED-47AE-8A7F-F32627584AAF}" dt="2026-10-19T19:55:42.572" v="14090"/>
          <ac:picMkLst>
            <pc:docMk/>
            <pc:sldMk cId="2289589231" sldId="264"/>
            <ac:picMk id="7" creationId="{B3237F4F-4946-8535-EA23-5FECADFCA850}"/>
          </ac:picMkLst>
        </pc:picChg>
        <pc:picChg chg="add del mod ord">
          <ac:chgData name="Bruxvoort, James" userId="f0417c9c-4fa6-4821-bb72-fcb719d18724" providerId="ADAL" clId="{D934D90D-6AED-47AE-8A7F-F32627584AAF}" dt="2026-10-19T19:55:57.907" v="14091"/>
          <ac:picMkLst>
            <pc:docMk/>
            <pc:sldMk cId="2289589231" sldId="264"/>
            <ac:picMk id="9" creationId="{743C61A4-4174-FE53-A166-5874DB82FFB4}"/>
          </ac:picMkLst>
        </pc:picChg>
        <pc:picChg chg="add del mod">
          <ac:chgData name="Bruxvoort, James" userId="f0417c9c-4fa6-4821-bb72-fcb719d18724" providerId="ADAL" clId="{D934D90D-6AED-47AE-8A7F-F32627584AAF}" dt="2026-10-19T19:56:03.094" v="14093"/>
          <ac:picMkLst>
            <pc:docMk/>
            <pc:sldMk cId="2289589231" sldId="264"/>
            <ac:picMk id="10" creationId="{4F2DE6FF-7500-0BB6-71FF-4C555339A951}"/>
          </ac:picMkLst>
        </pc:picChg>
        <pc:picChg chg="add del mod ord">
          <ac:chgData name="Bruxvoort, James" userId="f0417c9c-4fa6-4821-bb72-fcb719d18724" providerId="ADAL" clId="{D934D90D-6AED-47AE-8A7F-F32627584AAF}" dt="2026-10-19T19:57:25.321" v="14094"/>
          <ac:picMkLst>
            <pc:docMk/>
            <pc:sldMk cId="2289589231" sldId="264"/>
            <ac:picMk id="13" creationId="{A14C2D2D-EF34-013C-FAA9-AB6A736182CC}"/>
          </ac:picMkLst>
        </pc:picChg>
        <pc:picChg chg="add mod">
          <ac:chgData name="Bruxvoort, James" userId="f0417c9c-4fa6-4821-bb72-fcb719d18724" providerId="ADAL" clId="{D934D90D-6AED-47AE-8A7F-F32627584AAF}" dt="2026-10-19T20:15:47.395" v="14135" actId="1076"/>
          <ac:picMkLst>
            <pc:docMk/>
            <pc:sldMk cId="2289589231" sldId="264"/>
            <ac:picMk id="14" creationId="{947F3C4C-FE29-666A-03FD-096A0686D521}"/>
          </ac:picMkLst>
        </pc:picChg>
      </pc:sldChg>
      <pc:sldChg chg="addSp delSp modSp new mod modTransition modAnim modNotesTx">
        <pc:chgData name="Bruxvoort, James" userId="f0417c9c-4fa6-4821-bb72-fcb719d18724" providerId="ADAL" clId="{D934D90D-6AED-47AE-8A7F-F32627584AAF}" dt="2026-10-19T20:15:58.985" v="14136" actId="1076"/>
        <pc:sldMkLst>
          <pc:docMk/>
          <pc:sldMk cId="1421081778" sldId="265"/>
        </pc:sldMkLst>
        <pc:spChg chg="mod">
          <ac:chgData name="Bruxvoort, James" userId="f0417c9c-4fa6-4821-bb72-fcb719d18724" providerId="ADAL" clId="{D934D90D-6AED-47AE-8A7F-F32627584AAF}" dt="2026-10-17T23:37:39.340" v="7201" actId="255"/>
          <ac:spMkLst>
            <pc:docMk/>
            <pc:sldMk cId="1421081778" sldId="265"/>
            <ac:spMk id="2" creationId="{E29DBB17-FFB7-36F6-BB3C-1478A1802636}"/>
          </ac:spMkLst>
        </pc:spChg>
        <pc:spChg chg="mod">
          <ac:chgData name="Bruxvoort, James" userId="f0417c9c-4fa6-4821-bb72-fcb719d18724" providerId="ADAL" clId="{D934D90D-6AED-47AE-8A7F-F32627584AAF}" dt="2026-10-18T17:31:04.228" v="9674" actId="5793"/>
          <ac:spMkLst>
            <pc:docMk/>
            <pc:sldMk cId="1421081778" sldId="265"/>
            <ac:spMk id="3" creationId="{75F83A76-011A-5DEA-1860-B8AFEBC8C5CF}"/>
          </ac:spMkLst>
        </pc:spChg>
        <pc:spChg chg="mod">
          <ac:chgData name="Bruxvoort, James" userId="f0417c9c-4fa6-4821-bb72-fcb719d18724" providerId="ADAL" clId="{D934D90D-6AED-47AE-8A7F-F32627584AAF}" dt="2026-10-18T15:44:31.745" v="9096" actId="20577"/>
          <ac:spMkLst>
            <pc:docMk/>
            <pc:sldMk cId="1421081778" sldId="265"/>
            <ac:spMk id="4" creationId="{2FE879DB-384E-2553-9870-968810DD755A}"/>
          </ac:spMkLst>
        </pc:spChg>
        <pc:picChg chg="add del mod">
          <ac:chgData name="Bruxvoort, James" userId="f0417c9c-4fa6-4821-bb72-fcb719d18724" providerId="ADAL" clId="{D934D90D-6AED-47AE-8A7F-F32627584AAF}" dt="2026-10-19T19:57:48.839" v="14096"/>
          <ac:picMkLst>
            <pc:docMk/>
            <pc:sldMk cId="1421081778" sldId="265"/>
            <ac:picMk id="7" creationId="{5B14ED05-313C-5B44-9E99-7EB6771E7BFE}"/>
          </ac:picMkLst>
        </pc:picChg>
        <pc:picChg chg="add del mod ord">
          <ac:chgData name="Bruxvoort, James" userId="f0417c9c-4fa6-4821-bb72-fcb719d18724" providerId="ADAL" clId="{D934D90D-6AED-47AE-8A7F-F32627584AAF}" dt="2026-10-19T19:57:58.163" v="14097"/>
          <ac:picMkLst>
            <pc:docMk/>
            <pc:sldMk cId="1421081778" sldId="265"/>
            <ac:picMk id="17" creationId="{3A026D49-A012-3D65-C5D2-6F9C09250D66}"/>
          </ac:picMkLst>
        </pc:picChg>
        <pc:picChg chg="add del mod">
          <ac:chgData name="Bruxvoort, James" userId="f0417c9c-4fa6-4821-bb72-fcb719d18724" providerId="ADAL" clId="{D934D90D-6AED-47AE-8A7F-F32627584AAF}" dt="2026-10-19T19:58:00.573" v="14099"/>
          <ac:picMkLst>
            <pc:docMk/>
            <pc:sldMk cId="1421081778" sldId="265"/>
            <ac:picMk id="18" creationId="{931E8ADE-99A2-3CB2-75AA-30270BE6949C}"/>
          </ac:picMkLst>
        </pc:picChg>
        <pc:picChg chg="add del mod ord">
          <ac:chgData name="Bruxvoort, James" userId="f0417c9c-4fa6-4821-bb72-fcb719d18724" providerId="ADAL" clId="{D934D90D-6AED-47AE-8A7F-F32627584AAF}" dt="2026-10-19T19:58:58.346" v="14100"/>
          <ac:picMkLst>
            <pc:docMk/>
            <pc:sldMk cId="1421081778" sldId="265"/>
            <ac:picMk id="21" creationId="{D236DC35-F5EC-2BB0-6E70-C44832ACD48B}"/>
          </ac:picMkLst>
        </pc:picChg>
        <pc:picChg chg="add del mod">
          <ac:chgData name="Bruxvoort, James" userId="f0417c9c-4fa6-4821-bb72-fcb719d18724" providerId="ADAL" clId="{D934D90D-6AED-47AE-8A7F-F32627584AAF}" dt="2026-10-19T19:59:03.219" v="14102"/>
          <ac:picMkLst>
            <pc:docMk/>
            <pc:sldMk cId="1421081778" sldId="265"/>
            <ac:picMk id="22" creationId="{08992CB2-B926-2E96-36A0-1293D5FA3490}"/>
          </ac:picMkLst>
        </pc:picChg>
        <pc:picChg chg="add del mod ord">
          <ac:chgData name="Bruxvoort, James" userId="f0417c9c-4fa6-4821-bb72-fcb719d18724" providerId="ADAL" clId="{D934D90D-6AED-47AE-8A7F-F32627584AAF}" dt="2026-10-19T19:59:12.278" v="14103"/>
          <ac:picMkLst>
            <pc:docMk/>
            <pc:sldMk cId="1421081778" sldId="265"/>
            <ac:picMk id="25" creationId="{A3C93E49-9D58-F486-E717-B03AC141B118}"/>
          </ac:picMkLst>
        </pc:picChg>
        <pc:picChg chg="add del mod">
          <ac:chgData name="Bruxvoort, James" userId="f0417c9c-4fa6-4821-bb72-fcb719d18724" providerId="ADAL" clId="{D934D90D-6AED-47AE-8A7F-F32627584AAF}" dt="2026-10-19T19:59:14.176" v="14105"/>
          <ac:picMkLst>
            <pc:docMk/>
            <pc:sldMk cId="1421081778" sldId="265"/>
            <ac:picMk id="26" creationId="{C46A723D-0744-AD2D-9653-D08103335972}"/>
          </ac:picMkLst>
        </pc:picChg>
        <pc:picChg chg="add del mod ord">
          <ac:chgData name="Bruxvoort, James" userId="f0417c9c-4fa6-4821-bb72-fcb719d18724" providerId="ADAL" clId="{D934D90D-6AED-47AE-8A7F-F32627584AAF}" dt="2026-10-19T20:02:38.519" v="14106"/>
          <ac:picMkLst>
            <pc:docMk/>
            <pc:sldMk cId="1421081778" sldId="265"/>
            <ac:picMk id="29" creationId="{973AC03B-31D9-4EE5-0669-3F954E85285F}"/>
          </ac:picMkLst>
        </pc:picChg>
        <pc:picChg chg="add mod">
          <ac:chgData name="Bruxvoort, James" userId="f0417c9c-4fa6-4821-bb72-fcb719d18724" providerId="ADAL" clId="{D934D90D-6AED-47AE-8A7F-F32627584AAF}" dt="2026-10-19T20:15:58.985" v="14136" actId="1076"/>
          <ac:picMkLst>
            <pc:docMk/>
            <pc:sldMk cId="1421081778" sldId="265"/>
            <ac:picMk id="30" creationId="{E6DF7BE7-EC38-7605-67F1-46B8E234E756}"/>
          </ac:picMkLst>
        </pc:picChg>
      </pc:sldChg>
      <pc:sldChg chg="new del">
        <pc:chgData name="Bruxvoort, James" userId="f0417c9c-4fa6-4821-bb72-fcb719d18724" providerId="ADAL" clId="{D934D90D-6AED-47AE-8A7F-F32627584AAF}" dt="2026-10-18T15:49:58.711" v="9636" actId="47"/>
        <pc:sldMkLst>
          <pc:docMk/>
          <pc:sldMk cId="1031898218" sldId="266"/>
        </pc:sldMkLst>
      </pc:sldChg>
      <pc:sldChg chg="modSp add del mod">
        <pc:chgData name="Bruxvoort, James" userId="f0417c9c-4fa6-4821-bb72-fcb719d18724" providerId="ADAL" clId="{D934D90D-6AED-47AE-8A7F-F32627584AAF}" dt="2026-10-18T02:18:38.956" v="7223" actId="47"/>
        <pc:sldMkLst>
          <pc:docMk/>
          <pc:sldMk cId="2742515853" sldId="266"/>
        </pc:sldMkLst>
        <pc:spChg chg="mod">
          <ac:chgData name="Bruxvoort, James" userId="f0417c9c-4fa6-4821-bb72-fcb719d18724" providerId="ADAL" clId="{D934D90D-6AED-47AE-8A7F-F32627584AAF}" dt="2026-10-18T00:30:04.659" v="7222" actId="27636"/>
          <ac:spMkLst>
            <pc:docMk/>
            <pc:sldMk cId="2742515853" sldId="266"/>
            <ac:spMk id="3" creationId="{8D4CBD37-CF1F-84E2-943F-FA429544D49A}"/>
          </ac:spMkLst>
        </pc:spChg>
      </pc:sldChg>
      <pc:sldChg chg="addSp delSp modSp new mod modTransition modAnim modNotesTx">
        <pc:chgData name="Bruxvoort, James" userId="f0417c9c-4fa6-4821-bb72-fcb719d18724" providerId="ADAL" clId="{D934D90D-6AED-47AE-8A7F-F32627584AAF}" dt="2026-10-19T20:04:40.244" v="14110"/>
        <pc:sldMkLst>
          <pc:docMk/>
          <pc:sldMk cId="1692808038" sldId="267"/>
        </pc:sldMkLst>
        <pc:spChg chg="mod">
          <ac:chgData name="Bruxvoort, James" userId="f0417c9c-4fa6-4821-bb72-fcb719d18724" providerId="ADAL" clId="{D934D90D-6AED-47AE-8A7F-F32627584AAF}" dt="2026-10-18T18:35:01.626" v="11154" actId="1035"/>
          <ac:spMkLst>
            <pc:docMk/>
            <pc:sldMk cId="1692808038" sldId="267"/>
            <ac:spMk id="2" creationId="{4DCB60C6-BAD8-3FB7-D224-8CC6278FBBCB}"/>
          </ac:spMkLst>
        </pc:spChg>
        <pc:spChg chg="mod">
          <ac:chgData name="Bruxvoort, James" userId="f0417c9c-4fa6-4821-bb72-fcb719d18724" providerId="ADAL" clId="{D934D90D-6AED-47AE-8A7F-F32627584AAF}" dt="2026-10-18T18:35:13.033" v="11158" actId="27636"/>
          <ac:spMkLst>
            <pc:docMk/>
            <pc:sldMk cId="1692808038" sldId="267"/>
            <ac:spMk id="3" creationId="{62EDB774-CEA9-5B47-AF36-B110BBB284BA}"/>
          </ac:spMkLst>
        </pc:spChg>
        <pc:spChg chg="del">
          <ac:chgData name="Bruxvoort, James" userId="f0417c9c-4fa6-4821-bb72-fcb719d18724" providerId="ADAL" clId="{D934D90D-6AED-47AE-8A7F-F32627584AAF}" dt="2026-10-18T16:49:33.406" v="9663" actId="931"/>
          <ac:spMkLst>
            <pc:docMk/>
            <pc:sldMk cId="1692808038" sldId="267"/>
            <ac:spMk id="4" creationId="{C1293CCD-5C4E-8AB1-1124-550818BD7185}"/>
          </ac:spMkLst>
        </pc:spChg>
        <pc:picChg chg="add mod ord modCrop">
          <ac:chgData name="Bruxvoort, James" userId="f0417c9c-4fa6-4821-bb72-fcb719d18724" providerId="ADAL" clId="{D934D90D-6AED-47AE-8A7F-F32627584AAF}" dt="2026-10-18T18:35:24.960" v="11160" actId="18131"/>
          <ac:picMkLst>
            <pc:docMk/>
            <pc:sldMk cId="1692808038" sldId="267"/>
            <ac:picMk id="6" creationId="{2E918FCB-EA26-EDA5-6AEE-5ECC5011CFC8}"/>
          </ac:picMkLst>
        </pc:picChg>
        <pc:picChg chg="add del mod">
          <ac:chgData name="Bruxvoort, James" userId="f0417c9c-4fa6-4821-bb72-fcb719d18724" providerId="ADAL" clId="{D934D90D-6AED-47AE-8A7F-F32627584AAF}" dt="2026-10-19T20:03:26.213" v="14109"/>
          <ac:picMkLst>
            <pc:docMk/>
            <pc:sldMk cId="1692808038" sldId="267"/>
            <ac:picMk id="22" creationId="{AC352BE3-F763-93C7-C975-DE228CD74F6C}"/>
          </ac:picMkLst>
        </pc:picChg>
        <pc:picChg chg="add del mod ord">
          <ac:chgData name="Bruxvoort, James" userId="f0417c9c-4fa6-4821-bb72-fcb719d18724" providerId="ADAL" clId="{D934D90D-6AED-47AE-8A7F-F32627584AAF}" dt="2026-10-19T20:04:40.244" v="14110"/>
          <ac:picMkLst>
            <pc:docMk/>
            <pc:sldMk cId="1692808038" sldId="267"/>
            <ac:picMk id="25" creationId="{D0485069-7133-BA21-7575-FE4ACC10CAF7}"/>
          </ac:picMkLst>
        </pc:picChg>
        <pc:picChg chg="add mod">
          <ac:chgData name="Bruxvoort, James" userId="f0417c9c-4fa6-4821-bb72-fcb719d18724" providerId="ADAL" clId="{D934D90D-6AED-47AE-8A7F-F32627584AAF}" dt="2026-10-19T20:04:40.244" v="14110"/>
          <ac:picMkLst>
            <pc:docMk/>
            <pc:sldMk cId="1692808038" sldId="267"/>
            <ac:picMk id="26" creationId="{FAE2FA4C-F9EA-0E24-DA02-D22816EF4542}"/>
          </ac:picMkLst>
        </pc:picChg>
      </pc:sldChg>
      <pc:sldChg chg="addSp delSp modSp new mod modClrScheme chgLayout modNotesTx">
        <pc:chgData name="Bruxvoort, James" userId="f0417c9c-4fa6-4821-bb72-fcb719d18724" providerId="ADAL" clId="{D934D90D-6AED-47AE-8A7F-F32627584AAF}" dt="2026-10-19T20:17:16.645" v="14190" actId="1076"/>
        <pc:sldMkLst>
          <pc:docMk/>
          <pc:sldMk cId="1028953884" sldId="268"/>
        </pc:sldMkLst>
        <pc:spChg chg="add del">
          <ac:chgData name="Bruxvoort, James" userId="f0417c9c-4fa6-4821-bb72-fcb719d18724" providerId="ADAL" clId="{D934D90D-6AED-47AE-8A7F-F32627584AAF}" dt="2026-10-18T19:58:27.260" v="11165" actId="26606"/>
          <ac:spMkLst>
            <pc:docMk/>
            <pc:sldMk cId="1028953884" sldId="268"/>
            <ac:spMk id="2" creationId="{B449D7C9-7B64-AF79-89EB-4AA6A4295035}"/>
          </ac:spMkLst>
        </pc:spChg>
        <pc:spChg chg="add del">
          <ac:chgData name="Bruxvoort, James" userId="f0417c9c-4fa6-4821-bb72-fcb719d18724" providerId="ADAL" clId="{D934D90D-6AED-47AE-8A7F-F32627584AAF}" dt="2026-10-18T19:58:27.260" v="11165" actId="26606"/>
          <ac:spMkLst>
            <pc:docMk/>
            <pc:sldMk cId="1028953884" sldId="268"/>
            <ac:spMk id="3" creationId="{E31DD887-A595-308B-3FFB-BE1CF2601CC5}"/>
          </ac:spMkLst>
        </pc:spChg>
        <pc:spChg chg="del">
          <ac:chgData name="Bruxvoort, James" userId="f0417c9c-4fa6-4821-bb72-fcb719d18724" providerId="ADAL" clId="{D934D90D-6AED-47AE-8A7F-F32627584AAF}" dt="2026-10-18T19:58:15.946" v="11162" actId="931"/>
          <ac:spMkLst>
            <pc:docMk/>
            <pc:sldMk cId="1028953884" sldId="268"/>
            <ac:spMk id="4" creationId="{A66D41F3-EB7E-7F55-9249-1A78F845EE5D}"/>
          </ac:spMkLst>
        </pc:spChg>
        <pc:spChg chg="add del">
          <ac:chgData name="Bruxvoort, James" userId="f0417c9c-4fa6-4821-bb72-fcb719d18724" providerId="ADAL" clId="{D934D90D-6AED-47AE-8A7F-F32627584AAF}" dt="2026-10-18T19:58:27.257" v="11164" actId="26606"/>
          <ac:spMkLst>
            <pc:docMk/>
            <pc:sldMk cId="1028953884" sldId="268"/>
            <ac:spMk id="11" creationId="{9841D068-2143-8D1A-9665-779F17D114E8}"/>
          </ac:spMkLst>
        </pc:spChg>
        <pc:spChg chg="add del">
          <ac:chgData name="Bruxvoort, James" userId="f0417c9c-4fa6-4821-bb72-fcb719d18724" providerId="ADAL" clId="{D934D90D-6AED-47AE-8A7F-F32627584AAF}" dt="2026-10-18T19:58:27.257" v="11164" actId="26606"/>
          <ac:spMkLst>
            <pc:docMk/>
            <pc:sldMk cId="1028953884" sldId="268"/>
            <ac:spMk id="13" creationId="{8D54120D-94C0-FAF0-A905-B79F2C931424}"/>
          </ac:spMkLst>
        </pc:spChg>
        <pc:spChg chg="add mod">
          <ac:chgData name="Bruxvoort, James" userId="f0417c9c-4fa6-4821-bb72-fcb719d18724" providerId="ADAL" clId="{D934D90D-6AED-47AE-8A7F-F32627584AAF}" dt="2026-10-18T20:01:14.681" v="11241" actId="1037"/>
          <ac:spMkLst>
            <pc:docMk/>
            <pc:sldMk cId="1028953884" sldId="268"/>
            <ac:spMk id="15" creationId="{49CF94C2-9B35-F67A-0FB0-17100FEE647D}"/>
          </ac:spMkLst>
        </pc:spChg>
        <pc:spChg chg="add mod">
          <ac:chgData name="Bruxvoort, James" userId="f0417c9c-4fa6-4821-bb72-fcb719d18724" providerId="ADAL" clId="{D934D90D-6AED-47AE-8A7F-F32627584AAF}" dt="2026-10-18T20:21:18.599" v="12626" actId="20577"/>
          <ac:spMkLst>
            <pc:docMk/>
            <pc:sldMk cId="1028953884" sldId="268"/>
            <ac:spMk id="16" creationId="{80879616-E340-CD99-34EA-CD6A8E4CCCB0}"/>
          </ac:spMkLst>
        </pc:spChg>
        <pc:picChg chg="add mod ord modCrop">
          <ac:chgData name="Bruxvoort, James" userId="f0417c9c-4fa6-4821-bb72-fcb719d18724" providerId="ADAL" clId="{D934D90D-6AED-47AE-8A7F-F32627584AAF}" dt="2026-10-18T20:01:07.651" v="11231" actId="1038"/>
          <ac:picMkLst>
            <pc:docMk/>
            <pc:sldMk cId="1028953884" sldId="268"/>
            <ac:picMk id="6" creationId="{840167C3-BE64-7F5D-843E-D418B7CD3BEE}"/>
          </ac:picMkLst>
        </pc:picChg>
        <pc:picChg chg="add mod">
          <ac:chgData name="Bruxvoort, James" userId="f0417c9c-4fa6-4821-bb72-fcb719d18724" providerId="ADAL" clId="{D934D90D-6AED-47AE-8A7F-F32627584AAF}" dt="2026-10-19T20:17:16.645" v="14190" actId="1076"/>
          <ac:picMkLst>
            <pc:docMk/>
            <pc:sldMk cId="1028953884" sldId="268"/>
            <ac:picMk id="11" creationId="{DEBF0458-7B4A-78F5-2E08-D133EF1C2C02}"/>
          </ac:picMkLst>
        </pc:picChg>
      </pc:sldChg>
      <pc:sldChg chg="addSp delSp modSp new mod modTransition modAnim">
        <pc:chgData name="Bruxvoort, James" userId="f0417c9c-4fa6-4821-bb72-fcb719d18724" providerId="ADAL" clId="{D934D90D-6AED-47AE-8A7F-F32627584AAF}" dt="2026-10-19T20:17:05.970" v="14188" actId="1076"/>
        <pc:sldMkLst>
          <pc:docMk/>
          <pc:sldMk cId="4065111180" sldId="269"/>
        </pc:sldMkLst>
        <pc:spChg chg="mod">
          <ac:chgData name="Bruxvoort, James" userId="f0417c9c-4fa6-4821-bb72-fcb719d18724" providerId="ADAL" clId="{D934D90D-6AED-47AE-8A7F-F32627584AAF}" dt="2026-10-18T21:01:31.523" v="12701" actId="121"/>
          <ac:spMkLst>
            <pc:docMk/>
            <pc:sldMk cId="4065111180" sldId="269"/>
            <ac:spMk id="2" creationId="{D71DBDF2-8FAB-5327-B3D4-9EBEE13D797D}"/>
          </ac:spMkLst>
        </pc:spChg>
        <pc:spChg chg="del">
          <ac:chgData name="Bruxvoort, James" userId="f0417c9c-4fa6-4821-bb72-fcb719d18724" providerId="ADAL" clId="{D934D90D-6AED-47AE-8A7F-F32627584AAF}" dt="2026-10-18T21:01:02.917" v="12673" actId="3680"/>
          <ac:spMkLst>
            <pc:docMk/>
            <pc:sldMk cId="4065111180" sldId="269"/>
            <ac:spMk id="3" creationId="{497A5B62-0BD3-788D-41C4-8D8A81F8074E}"/>
          </ac:spMkLst>
        </pc:spChg>
        <pc:graphicFrameChg chg="add mod ord modGraphic">
          <ac:chgData name="Bruxvoort, James" userId="f0417c9c-4fa6-4821-bb72-fcb719d18724" providerId="ADAL" clId="{D934D90D-6AED-47AE-8A7F-F32627584AAF}" dt="2026-10-19T02:06:14.657" v="13949" actId="20577"/>
          <ac:graphicFrameMkLst>
            <pc:docMk/>
            <pc:sldMk cId="4065111180" sldId="269"/>
            <ac:graphicFrameMk id="4" creationId="{87D1F308-911C-B76B-CA6F-78687C56305A}"/>
          </ac:graphicFrameMkLst>
        </pc:graphicFrameChg>
        <pc:picChg chg="add del mod">
          <ac:chgData name="Bruxvoort, James" userId="f0417c9c-4fa6-4821-bb72-fcb719d18724" providerId="ADAL" clId="{D934D90D-6AED-47AE-8A7F-F32627584AAF}" dt="2026-10-19T20:06:31.088" v="14113"/>
          <ac:picMkLst>
            <pc:docMk/>
            <pc:sldMk cId="4065111180" sldId="269"/>
            <ac:picMk id="7" creationId="{30CD7953-01C6-ABE1-4CB4-A6E55CFFFBC1}"/>
          </ac:picMkLst>
        </pc:picChg>
        <pc:picChg chg="add del mod ord">
          <ac:chgData name="Bruxvoort, James" userId="f0417c9c-4fa6-4821-bb72-fcb719d18724" providerId="ADAL" clId="{D934D90D-6AED-47AE-8A7F-F32627584AAF}" dt="2026-10-19T20:06:45.817" v="14114"/>
          <ac:picMkLst>
            <pc:docMk/>
            <pc:sldMk cId="4065111180" sldId="269"/>
            <ac:picMk id="10" creationId="{8BD1A9B8-63D1-A606-6D60-2EC87E205A52}"/>
          </ac:picMkLst>
        </pc:picChg>
        <pc:picChg chg="add del mod">
          <ac:chgData name="Bruxvoort, James" userId="f0417c9c-4fa6-4821-bb72-fcb719d18724" providerId="ADAL" clId="{D934D90D-6AED-47AE-8A7F-F32627584AAF}" dt="2026-10-19T20:06:49.015" v="14116"/>
          <ac:picMkLst>
            <pc:docMk/>
            <pc:sldMk cId="4065111180" sldId="269"/>
            <ac:picMk id="11" creationId="{EF0E9384-FD38-AFA4-9455-C3F6120794AC}"/>
          </ac:picMkLst>
        </pc:picChg>
        <pc:picChg chg="add del mod ord">
          <ac:chgData name="Bruxvoort, James" userId="f0417c9c-4fa6-4821-bb72-fcb719d18724" providerId="ADAL" clId="{D934D90D-6AED-47AE-8A7F-F32627584AAF}" dt="2026-10-19T20:08:27.864" v="14117"/>
          <ac:picMkLst>
            <pc:docMk/>
            <pc:sldMk cId="4065111180" sldId="269"/>
            <ac:picMk id="14" creationId="{FA1732F1-59E7-E6F6-D184-06786FFD4CC8}"/>
          </ac:picMkLst>
        </pc:picChg>
        <pc:picChg chg="add del mod">
          <ac:chgData name="Bruxvoort, James" userId="f0417c9c-4fa6-4821-bb72-fcb719d18724" providerId="ADAL" clId="{D934D90D-6AED-47AE-8A7F-F32627584AAF}" dt="2026-10-19T20:08:33.139" v="14119"/>
          <ac:picMkLst>
            <pc:docMk/>
            <pc:sldMk cId="4065111180" sldId="269"/>
            <ac:picMk id="15" creationId="{5737A524-842B-D30A-B42F-1A32928C659F}"/>
          </ac:picMkLst>
        </pc:picChg>
        <pc:picChg chg="add del mod ord">
          <ac:chgData name="Bruxvoort, James" userId="f0417c9c-4fa6-4821-bb72-fcb719d18724" providerId="ADAL" clId="{D934D90D-6AED-47AE-8A7F-F32627584AAF}" dt="2026-10-19T20:08:41.512" v="14120"/>
          <ac:picMkLst>
            <pc:docMk/>
            <pc:sldMk cId="4065111180" sldId="269"/>
            <ac:picMk id="18" creationId="{7A8CA0AC-DAD4-3455-4F59-4311A34F7A08}"/>
          </ac:picMkLst>
        </pc:picChg>
        <pc:picChg chg="add del mod">
          <ac:chgData name="Bruxvoort, James" userId="f0417c9c-4fa6-4821-bb72-fcb719d18724" providerId="ADAL" clId="{D934D90D-6AED-47AE-8A7F-F32627584AAF}" dt="2026-10-19T20:08:43.697" v="14122"/>
          <ac:picMkLst>
            <pc:docMk/>
            <pc:sldMk cId="4065111180" sldId="269"/>
            <ac:picMk id="19" creationId="{6840444B-35CA-322E-6EA5-D078FFA9FBDE}"/>
          </ac:picMkLst>
        </pc:picChg>
        <pc:picChg chg="add del mod ord">
          <ac:chgData name="Bruxvoort, James" userId="f0417c9c-4fa6-4821-bb72-fcb719d18724" providerId="ADAL" clId="{D934D90D-6AED-47AE-8A7F-F32627584AAF}" dt="2026-10-19T20:11:08.476" v="14123"/>
          <ac:picMkLst>
            <pc:docMk/>
            <pc:sldMk cId="4065111180" sldId="269"/>
            <ac:picMk id="22" creationId="{25AE9CB5-6DC7-F0CA-1F07-7AD4260637AF}"/>
          </ac:picMkLst>
        </pc:picChg>
        <pc:picChg chg="add mod">
          <ac:chgData name="Bruxvoort, James" userId="f0417c9c-4fa6-4821-bb72-fcb719d18724" providerId="ADAL" clId="{D934D90D-6AED-47AE-8A7F-F32627584AAF}" dt="2026-10-19T20:17:05.970" v="14188" actId="1076"/>
          <ac:picMkLst>
            <pc:docMk/>
            <pc:sldMk cId="4065111180" sldId="269"/>
            <ac:picMk id="23" creationId="{3750B13C-08F1-1FCC-7811-BD32EEC80FA4}"/>
          </ac:picMkLst>
        </pc:picChg>
      </pc:sldChg>
      <pc:sldChg chg="addSp delSp modSp add mod ord modNotesTx">
        <pc:chgData name="Bruxvoort, James" userId="f0417c9c-4fa6-4821-bb72-fcb719d18724" providerId="ADAL" clId="{D934D90D-6AED-47AE-8A7F-F32627584AAF}" dt="2026-10-19T20:17:00.655" v="14187" actId="14100"/>
        <pc:sldMkLst>
          <pc:docMk/>
          <pc:sldMk cId="2431529295" sldId="270"/>
        </pc:sldMkLst>
        <pc:spChg chg="add del mod">
          <ac:chgData name="Bruxvoort, James" userId="f0417c9c-4fa6-4821-bb72-fcb719d18724" providerId="ADAL" clId="{D934D90D-6AED-47AE-8A7F-F32627584AAF}" dt="2026-10-19T02:13:56.641" v="13964" actId="478"/>
          <ac:spMkLst>
            <pc:docMk/>
            <pc:sldMk cId="2431529295" sldId="270"/>
            <ac:spMk id="3" creationId="{6A31EC36-8C58-CAC4-F989-4290D4D2664D}"/>
          </ac:spMkLst>
        </pc:spChg>
        <pc:spChg chg="mod">
          <ac:chgData name="Bruxvoort, James" userId="f0417c9c-4fa6-4821-bb72-fcb719d18724" providerId="ADAL" clId="{D934D90D-6AED-47AE-8A7F-F32627584AAF}" dt="2026-10-19T02:36:04.329" v="14051" actId="1076"/>
          <ac:spMkLst>
            <pc:docMk/>
            <pc:sldMk cId="2431529295" sldId="270"/>
            <ac:spMk id="15" creationId="{C4E4E92C-6786-53B2-34E4-016D97C5E61F}"/>
          </ac:spMkLst>
        </pc:spChg>
        <pc:spChg chg="add del mod">
          <ac:chgData name="Bruxvoort, James" userId="f0417c9c-4fa6-4821-bb72-fcb719d18724" providerId="ADAL" clId="{D934D90D-6AED-47AE-8A7F-F32627584AAF}" dt="2026-10-19T20:16:54.215" v="14186" actId="113"/>
          <ac:spMkLst>
            <pc:docMk/>
            <pc:sldMk cId="2431529295" sldId="270"/>
            <ac:spMk id="16" creationId="{B08B37FA-321A-A7B6-C4BD-8B8595AECE3F}"/>
          </ac:spMkLst>
        </pc:spChg>
        <pc:graphicFrameChg chg="add mod">
          <ac:chgData name="Bruxvoort, James" userId="f0417c9c-4fa6-4821-bb72-fcb719d18724" providerId="ADAL" clId="{D934D90D-6AED-47AE-8A7F-F32627584AAF}" dt="2026-10-19T02:32:54.730" v="13990"/>
          <ac:graphicFrameMkLst>
            <pc:docMk/>
            <pc:sldMk cId="2431529295" sldId="270"/>
            <ac:graphicFrameMk id="4" creationId="{5A12276D-6F9B-F404-A6AA-CC87770E98F5}"/>
          </ac:graphicFrameMkLst>
        </pc:graphicFrameChg>
        <pc:graphicFrameChg chg="add mod">
          <ac:chgData name="Bruxvoort, James" userId="f0417c9c-4fa6-4821-bb72-fcb719d18724" providerId="ADAL" clId="{D934D90D-6AED-47AE-8A7F-F32627584AAF}" dt="2026-10-19T02:33:01.280" v="13993"/>
          <ac:graphicFrameMkLst>
            <pc:docMk/>
            <pc:sldMk cId="2431529295" sldId="270"/>
            <ac:graphicFrameMk id="5" creationId="{E5C021C1-5F19-D938-2BA4-E0F549F80E4A}"/>
          </ac:graphicFrameMkLst>
        </pc:graphicFrameChg>
        <pc:picChg chg="del">
          <ac:chgData name="Bruxvoort, James" userId="f0417c9c-4fa6-4821-bb72-fcb719d18724" providerId="ADAL" clId="{D934D90D-6AED-47AE-8A7F-F32627584AAF}" dt="2026-10-19T02:13:55.861" v="13963" actId="478"/>
          <ac:picMkLst>
            <pc:docMk/>
            <pc:sldMk cId="2431529295" sldId="270"/>
            <ac:picMk id="6" creationId="{5FA3DFDB-27FD-1010-3164-B97FEA0C8140}"/>
          </ac:picMkLst>
        </pc:picChg>
        <pc:picChg chg="add mod">
          <ac:chgData name="Bruxvoort, James" userId="f0417c9c-4fa6-4821-bb72-fcb719d18724" providerId="ADAL" clId="{D934D90D-6AED-47AE-8A7F-F32627584AAF}" dt="2026-10-19T20:17:00.655" v="14187" actId="14100"/>
          <ac:picMkLst>
            <pc:docMk/>
            <pc:sldMk cId="2431529295" sldId="270"/>
            <ac:picMk id="20" creationId="{38ACBC9F-8D67-BF74-21F1-EE8304356660}"/>
          </ac:picMkLst>
        </pc:picChg>
      </pc:sldChg>
      <pc:sldChg chg="modSp new del mod">
        <pc:chgData name="Bruxvoort, James" userId="f0417c9c-4fa6-4821-bb72-fcb719d18724" providerId="ADAL" clId="{D934D90D-6AED-47AE-8A7F-F32627584AAF}" dt="2026-10-19T02:13:30.217" v="13953" actId="2696"/>
        <pc:sldMkLst>
          <pc:docMk/>
          <pc:sldMk cId="4256428337" sldId="270"/>
        </pc:sldMkLst>
        <pc:spChg chg="mod">
          <ac:chgData name="Bruxvoort, James" userId="f0417c9c-4fa6-4821-bb72-fcb719d18724" providerId="ADAL" clId="{D934D90D-6AED-47AE-8A7F-F32627584AAF}" dt="2026-10-19T02:13:26.605" v="13952" actId="14100"/>
          <ac:spMkLst>
            <pc:docMk/>
            <pc:sldMk cId="4256428337" sldId="270"/>
            <ac:spMk id="3" creationId="{2D4D825B-E63E-229D-4746-C8515135FC0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10/19/2026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WE’VE BEEN THROUGH THE ONES ON THE LEFT LAST VIDEO</a:t>
            </a:r>
          </a:p>
          <a:p>
            <a:r>
              <a:rPr lang="en-US"/>
              <a:t>Delays may be a result of network congestion, which leads to packet loss</a:t>
            </a:r>
          </a:p>
          <a:p>
            <a:r>
              <a:rPr lang="en-US"/>
              <a:t>Because delay is made up of so many little things, simply increasing the speed of one component doesn’t eliminate network delay, congestion, or packet loss</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422301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6G will improve Throughput/amount of data that can be transferred at once, in turn decreasing network congestion as well as delays</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1658775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rtl="0" fontAlgn="base"/>
            <a:r>
              <a:rPr lang="en-US" sz="1200" b="0" i="0" u="none" strike="noStrike" kern="1200" dirty="0">
                <a:solidFill>
                  <a:schemeClr val="tx1"/>
                </a:solidFill>
                <a:effectLst/>
                <a:latin typeface="+mn-lt"/>
                <a:ea typeface="+mn-ea"/>
                <a:cs typeface="+mn-cs"/>
              </a:rPr>
              <a:t>• Screenshot of the experiment</a:t>
            </a:r>
          </a:p>
          <a:p>
            <a:pPr lvl="0" rtl="0" fontAlgn="base"/>
            <a:r>
              <a:rPr lang="en-US" sz="1200" b="0" i="0" u="none" strike="noStrike" kern="1200" dirty="0">
                <a:solidFill>
                  <a:schemeClr val="tx1"/>
                </a:solidFill>
                <a:effectLst/>
                <a:latin typeface="+mn-lt"/>
                <a:ea typeface="+mn-ea"/>
                <a:cs typeface="+mn-cs"/>
              </a:rPr>
              <a:t>	Above</a:t>
            </a:r>
          </a:p>
          <a:p>
            <a:pPr lvl="0" rtl="0" fontAlgn="base"/>
            <a:r>
              <a:rPr lang="en-US" sz="1200" b="0" i="0" u="none" strike="noStrike" kern="1200" dirty="0">
                <a:solidFill>
                  <a:schemeClr val="tx1"/>
                </a:solidFill>
                <a:effectLst/>
                <a:latin typeface="+mn-lt"/>
                <a:ea typeface="+mn-ea"/>
                <a:cs typeface="+mn-cs"/>
              </a:rPr>
              <a:t>• Explanation of what was measured</a:t>
            </a:r>
          </a:p>
          <a:p>
            <a:pPr lvl="0" rtl="0" fontAlgn="base"/>
            <a:r>
              <a:rPr lang="en-US" sz="1200" b="0" i="0" u="none" strike="noStrike" kern="1200" dirty="0">
                <a:solidFill>
                  <a:schemeClr val="tx1"/>
                </a:solidFill>
                <a:effectLst/>
                <a:latin typeface="+mn-lt"/>
                <a:ea typeface="+mn-ea"/>
                <a:cs typeface="+mn-cs"/>
              </a:rPr>
              <a:t>	The ping for travelling to google.com (aka the time it takes to send a “Ping Packet” there, and receive the “Pong Packet” back</a:t>
            </a:r>
          </a:p>
          <a:p>
            <a:pPr lvl="0" rtl="0" fontAlgn="base"/>
            <a:r>
              <a:rPr lang="en-US" sz="1200" b="0" i="0" u="none" strike="noStrike" kern="1200" dirty="0">
                <a:solidFill>
                  <a:schemeClr val="tx1"/>
                </a:solidFill>
                <a:effectLst/>
                <a:latin typeface="+mn-lt"/>
                <a:ea typeface="+mn-ea"/>
                <a:cs typeface="+mn-cs"/>
              </a:rPr>
              <a:t>• Interpretation of the results</a:t>
            </a:r>
          </a:p>
          <a:p>
            <a:pPr lvl="0" rtl="0" fontAlgn="base"/>
            <a:r>
              <a:rPr lang="en-US" sz="1200" b="0" i="0" u="none" strike="noStrike" kern="1200" dirty="0">
                <a:solidFill>
                  <a:schemeClr val="tx1"/>
                </a:solidFill>
                <a:effectLst/>
                <a:latin typeface="+mn-lt"/>
                <a:ea typeface="+mn-ea"/>
                <a:cs typeface="+mn-cs"/>
              </a:rPr>
              <a:t>	It took only 4 milliseconds on average to reach </a:t>
            </a:r>
          </a:p>
          <a:p>
            <a:pPr lvl="0" rtl="0" fontAlgn="base"/>
            <a:r>
              <a:rPr lang="en-US" sz="1200" b="0" i="0" u="none" strike="noStrike" kern="1200" dirty="0">
                <a:solidFill>
                  <a:schemeClr val="tx1"/>
                </a:solidFill>
                <a:effectLst/>
                <a:latin typeface="+mn-lt"/>
                <a:ea typeface="+mn-ea"/>
                <a:cs typeface="+mn-cs"/>
              </a:rPr>
              <a:t>• Relationship to delay, routing, protocols, throughput, or packet behavior</a:t>
            </a:r>
          </a:p>
          <a:p>
            <a:pPr lvl="0" rtl="0" fontAlgn="base"/>
            <a:r>
              <a:rPr lang="en-US" sz="1200" b="0" i="0" u="none" strike="noStrike" kern="1200" dirty="0">
                <a:solidFill>
                  <a:schemeClr val="tx1"/>
                </a:solidFill>
                <a:effectLst/>
                <a:latin typeface="+mn-lt"/>
                <a:ea typeface="+mn-ea"/>
                <a:cs typeface="+mn-cs"/>
              </a:rPr>
              <a:t>	This is a protocol that essentially measures Packet Behavior through it’s timing, sending them on routes, to measure the delay and estimate the throughput.</a:t>
            </a:r>
          </a:p>
          <a:p>
            <a:pPr lvl="0" rtl="0" fontAlgn="base"/>
            <a:endParaRPr lang="en-US" sz="1200" b="0" i="0" u="none" strike="noStrike" kern="1200" dirty="0">
              <a:solidFill>
                <a:schemeClr val="tx1"/>
              </a:solidFill>
              <a:effectLst/>
              <a:latin typeface="+mn-lt"/>
              <a:ea typeface="+mn-ea"/>
              <a:cs typeface="+mn-cs"/>
            </a:endParaRPr>
          </a:p>
          <a:p>
            <a:pPr lvl="0" rtl="0" fontAlgn="base"/>
            <a:r>
              <a:rPr lang="en-US" sz="1200" b="0" i="0" u="none" strike="noStrike" kern="1200" dirty="0">
                <a:solidFill>
                  <a:schemeClr val="tx1"/>
                </a:solidFill>
                <a:effectLst/>
                <a:latin typeface="+mn-lt"/>
                <a:ea typeface="+mn-ea"/>
                <a:cs typeface="+mn-cs"/>
              </a:rPr>
              <a:t>RESEARCH</a:t>
            </a:r>
          </a:p>
          <a:p>
            <a:pPr lvl="0" rtl="0" fontAlgn="base"/>
            <a:r>
              <a:rPr lang="en-US" sz="1200" b="0" i="0" u="none" strike="noStrike" kern="1200" dirty="0">
                <a:solidFill>
                  <a:schemeClr val="tx1"/>
                </a:solidFill>
                <a:effectLst/>
                <a:latin typeface="+mn-lt"/>
                <a:ea typeface="+mn-ea"/>
                <a:cs typeface="+mn-cs"/>
              </a:rPr>
              <a:t>Studies by the </a:t>
            </a:r>
            <a:r>
              <a:rPr lang="en-US" dirty="0"/>
              <a:t>Institute of Electrical and Electronics Engineers (or IEEE) have shown that with AI alone, we could make our networks faster with the ability to predict and manage traffic, and that these could even lead to a greener internet</a:t>
            </a:r>
            <a:endParaRPr lang="en-US"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28144378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not care for AI in the slightest, however it’s hard to put the toothpaste back in the tube, and it can be used for some useful things IF applied right.</a:t>
            </a:r>
          </a:p>
          <a:p>
            <a:r>
              <a:rPr lang="en-US" dirty="0"/>
              <a:t>(list first 3 points)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AI has latency of it’s own to run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It’s also a robust ATTACK method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internet has a LOT of noise and irregularities, something that AI has been shown to struggle with.</a:t>
            </a:r>
          </a:p>
          <a:p>
            <a:r>
              <a:rPr lang="en-US" dirty="0"/>
              <a:t>Even when set up, new Anomalies could influence its data, and lead to future incorrect decisions</a:t>
            </a:r>
          </a:p>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4780499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BAD9D-0296-FC79-D54D-1D2AE23DB3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21B8B3-7356-5AF1-ED2B-65877B651E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DD9927-31F8-C8D9-3C97-9B9A602AB8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25C89E-9BF4-F247-C649-55D9FC7C0AF0}"/>
              </a:ext>
            </a:extLst>
          </p:cNvPr>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29353570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ABOUT CRYPTO</a:t>
            </a:r>
          </a:p>
          <a:p>
            <a:r>
              <a:rPr lang="en-US" dirty="0"/>
              <a:t>- Blockchain is where a record, or “block”, cannot be altered without the agreement of all participants</a:t>
            </a:r>
          </a:p>
          <a:p>
            <a:r>
              <a:rPr lang="en-US" dirty="0"/>
              <a:t>- Nature of the blockchain offers significantly enhanced security, which can be beneficial for many fields such as Healthcare and the Military</a:t>
            </a:r>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33118378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 application-layer Message</a:t>
            </a:r>
          </a:p>
          <a:p>
            <a:r>
              <a:rPr lang="en-US" dirty="0"/>
              <a:t>Grouped with transport layer header to create a segment to be sent</a:t>
            </a:r>
          </a:p>
          <a:p>
            <a:r>
              <a:rPr lang="en-US" dirty="0"/>
              <a:t>Said segment is placed within a network-layer Packet, or Datagram</a:t>
            </a:r>
          </a:p>
          <a:p>
            <a:r>
              <a:rPr lang="en-US" dirty="0"/>
              <a:t>The packet is then encapsulated by a link-layer header to create the frame</a:t>
            </a:r>
          </a:p>
          <a:p>
            <a:r>
              <a:rPr lang="en-US" dirty="0"/>
              <a:t>All of this is sent as bits across the internet</a:t>
            </a:r>
          </a:p>
          <a:p>
            <a:endParaRPr lang="en-US" dirty="0"/>
          </a:p>
          <a:p>
            <a:r>
              <a:rPr lang="en-US" dirty="0"/>
              <a:t>New technologies such as AI, 6G can live alongside Encapsulation, as they mainly make the current internet faster and more efficient</a:t>
            </a:r>
          </a:p>
          <a:p>
            <a:r>
              <a:rPr lang="en-US" dirty="0"/>
              <a:t>Others, such as Blockchain or Quantum networking will, given their drastic changes to how the internet works. No need to disguise a message for its trip across the internet if the data’s just teleported from place to place</a:t>
            </a:r>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27364490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Packet Switching is what acted as the foundation for the internet, which was iterated on by ARPAnet, and later </a:t>
            </a:r>
            <a:r>
              <a:rPr lang="en-US" dirty="0" err="1"/>
              <a:t>ALOHAnet</a:t>
            </a:r>
            <a:endParaRPr lang="en-US" dirty="0"/>
          </a:p>
          <a:p>
            <a:r>
              <a:rPr lang="en-US" dirty="0"/>
              <a:t>(NCP is Network Control Program)</a:t>
            </a:r>
          </a:p>
          <a:p>
            <a:r>
              <a:rPr lang="en-US" dirty="0"/>
              <a:t>C&amp;K came to define today’s internet architecture</a:t>
            </a:r>
          </a:p>
          <a:p>
            <a:r>
              <a:rPr lang="en-US" dirty="0"/>
              <a:t>Transmission Control / Internet Protocols</a:t>
            </a:r>
          </a:p>
          <a:p>
            <a:r>
              <a:rPr lang="en-US" dirty="0"/>
              <a:t>Domain Name System, turns names into IP addresses</a:t>
            </a:r>
          </a:p>
          <a:p>
            <a:r>
              <a:rPr lang="en-US" dirty="0"/>
              <a:t>Broadband helped give homes access (very aggressive)</a:t>
            </a:r>
          </a:p>
          <a:p>
            <a:endParaRPr lang="en-US" dirty="0"/>
          </a:p>
          <a:p>
            <a:r>
              <a:rPr lang="en-US" dirty="0"/>
              <a:t>We are currently at SDN or Software-Defined Networking.</a:t>
            </a:r>
          </a:p>
          <a:p>
            <a:r>
              <a:rPr lang="en-US" dirty="0"/>
              <a:t>Personally, I’m not sure we’ll achieve true wide-spread quantum computing, what with everything that needs to go into it, at least not in our lifetimes, or course that’s only my own prediction.</a:t>
            </a:r>
          </a:p>
          <a:p>
            <a:r>
              <a:rPr lang="en-US" dirty="0"/>
              <a:t>Now, as for the one I believe will cause the greatest change in networking in the next 10 years is likely AI Native Networks. AI on it’s own has already proved to be revolutionary within multiple industries, especially with the sharp rise of “Vibe coding”. So, with the AI now built into the Internet itself, It’s hard to imagine a similar process won’t follow. There’s also it’s previously stated quirks, which may necessitate the creation of special “walls” built around them to stop them from potentially going off the rails.</a:t>
            </a:r>
          </a:p>
        </p:txBody>
      </p:sp>
      <p:sp>
        <p:nvSpPr>
          <p:cNvPr id="4" name="Slide Number Placeholder 3"/>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34166840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Drastic improvement over 5G, from density of connections, Latency, Bandwidth, Data Rate, Mobility, and Energy Efficiency</a:t>
            </a:r>
          </a:p>
          <a:p>
            <a:r>
              <a:rPr lang="en-US" dirty="0"/>
              <a:t>According to a 2019 study performed on the roadmap of 6G by members of IEEE, Study of 6G has already ended, determining specifications are ongoing, and they predict it’ll launch around early 2028.</a:t>
            </a:r>
          </a:p>
          <a:p>
            <a:r>
              <a:rPr lang="en-US" dirty="0"/>
              <a:t>The main limitation is our own tech, we just don’t have what we need to fully utilize 6G</a:t>
            </a:r>
          </a:p>
          <a:p>
            <a:r>
              <a:rPr lang="en-US" dirty="0"/>
              <a:t>Would provide a huge impact, given just how digital or “smart” many things are becoming. Phones, Cars, Fridges. It also opens the door to even more new developments</a:t>
            </a:r>
          </a:p>
        </p:txBody>
      </p:sp>
      <p:sp>
        <p:nvSpPr>
          <p:cNvPr id="4" name="Slide Number Placeholder 3"/>
          <p:cNvSpPr>
            <a:spLocks noGrp="1"/>
          </p:cNvSpPr>
          <p:nvPr>
            <p:ph type="sldNum" sz="quarter" idx="5"/>
          </p:nvPr>
        </p:nvSpPr>
        <p:spPr/>
        <p:txBody>
          <a:bodyPr/>
          <a:lstStyle/>
          <a:p>
            <a:fld id="{38EFF46E-6B43-41F9-9272-B566D03A251C}" type="slidenum">
              <a:rPr lang="en-US" smtClean="0"/>
              <a:t>11</a:t>
            </a:fld>
            <a:endParaRPr lang="en-US"/>
          </a:p>
        </p:txBody>
      </p:sp>
    </p:spTree>
    <p:extLst>
      <p:ext uri="{BB962C8B-B14F-4D97-AF65-F5344CB8AC3E}">
        <p14:creationId xmlns:p14="http://schemas.microsoft.com/office/powerpoint/2010/main" val="9158829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pictured Diagram is one of my own design, meant to represent a hypothetical network in 2035.</a:t>
            </a:r>
          </a:p>
          <a:p>
            <a:r>
              <a:rPr lang="en-US" dirty="0"/>
              <a:t>Right now, we have Devices, Routers, and the cloud (You’re already using all three in tandem right now to watch this)</a:t>
            </a:r>
          </a:p>
          <a:p>
            <a:r>
              <a:rPr lang="en-US" dirty="0"/>
              <a:t>Cybersecurity is something that’s existed for years, many of us were taught it in school</a:t>
            </a:r>
          </a:p>
          <a:p>
            <a:r>
              <a:rPr lang="en-US" dirty="0"/>
              <a:t>The blockchain, even if it’s mainly used on less helpful things like Cryptocurrency or NFTs, exists</a:t>
            </a:r>
          </a:p>
          <a:p>
            <a:endParaRPr lang="en-US" dirty="0"/>
          </a:p>
          <a:p>
            <a:r>
              <a:rPr lang="en-US" dirty="0"/>
              <a:t>AI, while it does exist, isn’t quite in the state to do some of the more complex things we want it to do for controlling networks. Furthermore, it needs 6G, which is itself still experimental, not yet having released anywhere.</a:t>
            </a:r>
          </a:p>
          <a:p>
            <a:r>
              <a:rPr lang="en-US" dirty="0"/>
              <a:t>Quantum, meanwhile, is still all mostly hypotheticals for, thus it’s only Experimental.</a:t>
            </a:r>
          </a:p>
        </p:txBody>
      </p:sp>
      <p:sp>
        <p:nvSpPr>
          <p:cNvPr id="4" name="Slide Number Placeholder 3"/>
          <p:cNvSpPr>
            <a:spLocks noGrp="1"/>
          </p:cNvSpPr>
          <p:nvPr>
            <p:ph type="sldNum" sz="quarter" idx="5"/>
          </p:nvPr>
        </p:nvSpPr>
        <p:spPr/>
        <p:txBody>
          <a:bodyPr/>
          <a:lstStyle/>
          <a:p>
            <a:fld id="{38EFF46E-6B43-41F9-9272-B566D03A251C}" type="slidenum">
              <a:rPr lang="en-US" smtClean="0"/>
              <a:t>12</a:t>
            </a:fld>
            <a:endParaRPr lang="en-US"/>
          </a:p>
        </p:txBody>
      </p:sp>
    </p:spTree>
    <p:extLst>
      <p:ext uri="{BB962C8B-B14F-4D97-AF65-F5344CB8AC3E}">
        <p14:creationId xmlns:p14="http://schemas.microsoft.com/office/powerpoint/2010/main" val="12932194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CB8FA-26CA-1C0A-2143-355D2A08BB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14B03F-8341-C5FB-13A9-1665CE6AFE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F14534-85C1-78A8-C4DF-DCDC40E811B0}"/>
              </a:ext>
            </a:extLst>
          </p:cNvPr>
          <p:cNvSpPr>
            <a:spLocks noGrp="1"/>
          </p:cNvSpPr>
          <p:nvPr>
            <p:ph type="body" idx="1"/>
          </p:nvPr>
        </p:nvSpPr>
        <p:spPr/>
        <p:txBody>
          <a:bodyPr/>
          <a:lstStyle/>
          <a:p>
            <a:pPr lvl="0" rtl="0" fontAlgn="base"/>
            <a:endParaRPr lang="en-US" sz="1200" b="0" i="0" u="none" strike="noStrike"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F29F3A94-6863-78C8-FAB0-C063D6C7723D}"/>
              </a:ext>
            </a:extLst>
          </p:cNvPr>
          <p:cNvSpPr>
            <a:spLocks noGrp="1"/>
          </p:cNvSpPr>
          <p:nvPr>
            <p:ph type="sldNum" sz="quarter" idx="5"/>
          </p:nvPr>
        </p:nvSpPr>
        <p:spPr/>
        <p:txBody>
          <a:bodyPr/>
          <a:lstStyle/>
          <a:p>
            <a:fld id="{38EFF46E-6B43-41F9-9272-B566D03A251C}" type="slidenum">
              <a:rPr lang="en-US" smtClean="0"/>
              <a:t>14</a:t>
            </a:fld>
            <a:endParaRPr lang="en-US"/>
          </a:p>
        </p:txBody>
      </p:sp>
    </p:spTree>
    <p:extLst>
      <p:ext uri="{BB962C8B-B14F-4D97-AF65-F5344CB8AC3E}">
        <p14:creationId xmlns:p14="http://schemas.microsoft.com/office/powerpoint/2010/main" val="41006164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606196"/>
            <a:ext cx="4352927" cy="1142277"/>
          </a:xfrm>
        </p:spPr>
        <p:txBody>
          <a:bodyPr vert="horz" lIns="91440" tIns="45720" rIns="91440" bIns="45720" rtlCol="0" anchor="t">
            <a:normAutofit/>
          </a:bodyPr>
          <a:lstStyle>
            <a:lvl1pPr>
              <a:defRPr lang="en-US" sz="32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29472" y="606196"/>
            <a:ext cx="4352927" cy="1142277"/>
          </a:xfrm>
        </p:spPr>
        <p:txBody>
          <a:bodyPr vert="horz" lIns="91440" tIns="45720" rIns="91440" bIns="45720" rtlCol="0" anchor="t">
            <a:normAutofit/>
          </a:bodyPr>
          <a:lstStyle>
            <a:lvl1pPr marL="0" indent="0" algn="r">
              <a:lnSpc>
                <a:spcPct val="120000"/>
              </a:lnSpc>
              <a:spcBef>
                <a:spcPts val="0"/>
              </a:spcBef>
              <a:buNone/>
              <a:defRPr lang="en-US" sz="14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609600" y="322731"/>
            <a:ext cx="914400" cy="283464"/>
          </a:xfrm>
        </p:spPr>
        <p:txBody>
          <a:bodyPr anchor="ctr"/>
          <a:lstStyle/>
          <a:p>
            <a:fld id="{59722DCF-3C86-4CA9-A79C-7A01DC917267}" type="datetime1">
              <a:rPr lang="en-US" smtClean="0"/>
              <a:t>10/19/2026</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514600" y="322731"/>
            <a:ext cx="7162800" cy="283464"/>
          </a:xfrm>
        </p:spPr>
        <p:txBody>
          <a:bodyPr anchor="ct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10668000" y="322731"/>
            <a:ext cx="914399" cy="283464"/>
          </a:xfrm>
        </p:spPr>
        <p:txBody>
          <a:bodyPr anchor="ct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09600" y="2132520"/>
            <a:ext cx="10972800" cy="411588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65978731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nchor="t"/>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92815CB-5A42-4381-B4B5-1F0A0AD684E0}" type="datetime1">
              <a:rPr lang="en-US" smtClean="0"/>
              <a:t>10/19/2026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92544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4840225"/>
            <a:ext cx="10963658" cy="799655"/>
          </a:xfrm>
        </p:spPr>
        <p:txBody>
          <a:bodyPr vert="horz" lIns="91440" tIns="45720" rIns="91440" bIns="45720" rtlCol="0" anchor="b">
            <a:normAutofit/>
          </a:bodyPr>
          <a:lstStyle>
            <a:lvl1pPr>
              <a:defRPr lang="en-US" sz="32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5845175"/>
            <a:ext cx="10963658" cy="365125"/>
          </a:xfrm>
        </p:spPr>
        <p:txBody>
          <a:bodyPr vert="horz" lIns="91440" tIns="45720" rIns="91440" bIns="45720" rtlCol="0">
            <a:normAutofit/>
          </a:bodyPr>
          <a:lstStyle>
            <a:lvl1pPr marL="0" indent="0">
              <a:buNone/>
              <a:defRPr lang="en-US" sz="14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26D2EC77-EDF2-486F-BC40-B49DAB22DB64}" type="datetime1">
              <a:rPr lang="en-US" smtClean="0"/>
              <a:t>10/19/2026</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09601" y="647700"/>
            <a:ext cx="10972800" cy="3808477"/>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8880612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530569" y="606195"/>
            <a:ext cx="4045735" cy="3998595"/>
          </a:xfrm>
        </p:spPr>
        <p:txBody>
          <a:bodyPr vert="horz" lIns="91440" tIns="45720" rIns="91440" bIns="45720" rtlCol="0" anchor="t">
            <a:normAutofit/>
          </a:bodyPr>
          <a:lstStyle>
            <a:lvl1pPr>
              <a:defRPr lang="en-US" sz="32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530569" y="4870174"/>
            <a:ext cx="3755116" cy="1033669"/>
          </a:xfrm>
        </p:spPr>
        <p:txBody>
          <a:bodyPr vert="horz" lIns="91440" tIns="45720" rIns="91440" bIns="45720" rtlCol="0" anchor="b">
            <a:normAutofit/>
          </a:bodyPr>
          <a:lstStyle>
            <a:lvl1pPr marL="0" indent="0">
              <a:buNone/>
              <a:defRPr lang="en-US" sz="14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09601" y="322731"/>
            <a:ext cx="914400" cy="283464"/>
          </a:xfrm>
        </p:spPr>
        <p:txBody>
          <a:bodyPr anchor="ctr"/>
          <a:lstStyle>
            <a:lvl1pPr>
              <a:defRPr>
                <a:solidFill>
                  <a:schemeClr val="tx1"/>
                </a:solidFill>
                <a:effectLst/>
              </a:defRPr>
            </a:lvl1pPr>
          </a:lstStyle>
          <a:p>
            <a:fld id="{162E3648-85D4-4FD7-B855-79C521A61C61}" type="datetime1">
              <a:rPr lang="en-US" smtClean="0"/>
              <a:t>10/19/2026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2514600" y="322731"/>
            <a:ext cx="7162800" cy="283464"/>
          </a:xfrm>
        </p:spPr>
        <p:txBody>
          <a:bodyPr anchor="ctr"/>
          <a:lstStyle>
            <a:lvl1pPr algn="ctr">
              <a:defRPr/>
            </a:lvl1pPr>
          </a:lstStyle>
          <a:p>
            <a:pPr algn="ctr"/>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668000" y="322731"/>
            <a:ext cx="914400" cy="283464"/>
          </a:xfrm>
        </p:spPr>
        <p:txBody>
          <a:bodyPr anchor="ctr"/>
          <a:lstStyle/>
          <a:p>
            <a:fld id="{AEAA3239-9EA4-4A65-A281-97F994456D9F}" type="slidenum">
              <a:rPr lang="en-US" smtClean="0"/>
              <a:t>‹#›</a:t>
            </a:fld>
            <a:endParaRPr lang="en-US"/>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609600" y="609600"/>
            <a:ext cx="6534582" cy="56388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solidFill>
                  <a:schemeClr val="bg1"/>
                </a:solidFill>
              </a:defRPr>
            </a:lvl1pPr>
          </a:lstStyle>
          <a:p>
            <a:r>
              <a:rPr lang="en-US"/>
              <a:t>   </a:t>
            </a:r>
          </a:p>
        </p:txBody>
      </p:sp>
    </p:spTree>
    <p:extLst>
      <p:ext uri="{BB962C8B-B14F-4D97-AF65-F5344CB8AC3E}">
        <p14:creationId xmlns:p14="http://schemas.microsoft.com/office/powerpoint/2010/main" val="10510588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29600" y="1411358"/>
            <a:ext cx="3352800" cy="2845567"/>
          </a:xfrm>
        </p:spPr>
        <p:txBody>
          <a:bodyPr vert="horz" lIns="91440" tIns="45720" rIns="91440" bIns="45720" rtlCol="0" anchor="t">
            <a:normAutofit/>
          </a:bodyPr>
          <a:lstStyle>
            <a:lvl1pPr>
              <a:defRPr lang="en-US" sz="32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28973" y="4403039"/>
            <a:ext cx="3347330" cy="1123122"/>
          </a:xfrm>
        </p:spPr>
        <p:txBody>
          <a:bodyPr vert="horz" lIns="91440" tIns="45720" rIns="91440" bIns="45720" rtlCol="0">
            <a:normAutofit/>
          </a:bodyPr>
          <a:lstStyle>
            <a:lvl1pPr marL="0" indent="0">
              <a:buNone/>
              <a:defRPr lang="en-US" sz="14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09599" y="322731"/>
            <a:ext cx="914401" cy="286868"/>
          </a:xfrm>
        </p:spPr>
        <p:txBody>
          <a:bodyPr anchor="ctr"/>
          <a:lstStyle>
            <a:lvl1pPr>
              <a:defRPr>
                <a:solidFill>
                  <a:schemeClr val="tx1"/>
                </a:solidFill>
                <a:effectLst/>
              </a:defRPr>
            </a:lvl1pPr>
          </a:lstStyle>
          <a:p>
            <a:fld id="{047E6C56-E35A-43C4-BAC8-C635905FE141}" type="datetime1">
              <a:rPr lang="en-US" smtClean="0"/>
              <a:t>10/19/2026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2514600" y="322731"/>
            <a:ext cx="7162800" cy="286869"/>
          </a:xfrm>
        </p:spPr>
        <p:txBody>
          <a:bodyPr anchor="ct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668000" y="322731"/>
            <a:ext cx="914400" cy="286869"/>
          </a:xfrm>
        </p:spPr>
        <p:txBody>
          <a:bodyPr anchor="ctr"/>
          <a:lstStyle/>
          <a:p>
            <a:fld id="{AEAA3239-9EA4-4A65-A281-97F994456D9F}" type="slidenum">
              <a:rPr lang="en-US" smtClean="0"/>
              <a:t>‹#›</a:t>
            </a:fld>
            <a:endParaRPr lang="en-US"/>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609599" y="1371600"/>
            <a:ext cx="7239001" cy="48768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27540303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1371600"/>
            <a:ext cx="3892269" cy="3276599"/>
          </a:xfrm>
        </p:spPr>
        <p:txBody>
          <a:bodyPr vert="horz" lIns="91440" tIns="45720" rIns="91440" bIns="45720" rtlCol="0" anchor="t">
            <a:normAutofit/>
          </a:bodyPr>
          <a:lstStyle>
            <a:lvl1pPr>
              <a:defRPr lang="en-US" sz="32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032606"/>
            <a:ext cx="3177209" cy="871237"/>
          </a:xfrm>
        </p:spPr>
        <p:txBody>
          <a:bodyPr vert="horz" lIns="91440" tIns="45720" rIns="91440" bIns="45720" rtlCol="0" anchor="b">
            <a:normAutofit/>
          </a:bodyPr>
          <a:lstStyle>
            <a:lvl1pPr marL="0" indent="0">
              <a:buNone/>
              <a:defRPr lang="en-US" sz="14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609600" y="322731"/>
            <a:ext cx="914400" cy="283464"/>
          </a:xfrm>
        </p:spPr>
        <p:txBody>
          <a:bodyPr anchor="ctr"/>
          <a:lstStyle/>
          <a:p>
            <a:fld id="{111FFCFE-B194-4E5A-862C-339E8FEE7136}" type="datetime1">
              <a:rPr lang="en-US" smtClean="0"/>
              <a:t>10/19/2026</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514600" y="322731"/>
            <a:ext cx="7162800" cy="283464"/>
          </a:xfrm>
        </p:spPr>
        <p:txBody>
          <a:bodyPr anchor="ct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10668000" y="322731"/>
            <a:ext cx="914399" cy="283464"/>
          </a:xfrm>
        </p:spPr>
        <p:txBody>
          <a:bodyPr anchor="ct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111574" y="1371600"/>
            <a:ext cx="6470826" cy="48768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45791974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1371600"/>
            <a:ext cx="10049256" cy="3505200"/>
          </a:xfrm>
        </p:spPr>
        <p:txBody>
          <a:bodyPr vert="horz" lIns="91440" tIns="45720" rIns="91440" bIns="45720" rtlCol="0" anchor="t">
            <a:normAutofit/>
          </a:bodyPr>
          <a:lstStyle>
            <a:lvl1pPr>
              <a:defRPr lang="en-US" sz="32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4876800"/>
            <a:ext cx="7769354" cy="1371600"/>
          </a:xfrm>
        </p:spPr>
        <p:txBody>
          <a:bodyPr vert="horz" lIns="91440" tIns="45720" rIns="91440" bIns="45720" rtlCol="0" anchor="b">
            <a:normAutofit/>
          </a:bodyPr>
          <a:lstStyle>
            <a:lvl1pPr marL="0" indent="0">
              <a:buNone/>
              <a:defRPr lang="en-US" sz="24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1CEBACA-C806-48AD-B735-075EFFDC0FB5}" type="datetime1">
              <a:rPr lang="en-US" smtClean="0"/>
              <a:t>10/19/2026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5364251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401420"/>
            <a:ext cx="9140954" cy="2836729"/>
          </a:xfrm>
        </p:spPr>
        <p:txBody>
          <a:bodyPr vert="horz" lIns="91440" tIns="45720" rIns="91440" bIns="45720" rtlCol="0" anchor="b">
            <a:normAutofit/>
          </a:bodyPr>
          <a:lstStyle>
            <a:lvl1pPr>
              <a:defRPr lang="en-US" sz="32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4622197"/>
            <a:ext cx="7312153" cy="1014984"/>
          </a:xfrm>
        </p:spPr>
        <p:txBody>
          <a:bodyPr vert="horz" lIns="91440" tIns="45720" rIns="91440" bIns="45720" rtlCol="0">
            <a:normAutofit/>
          </a:bodyPr>
          <a:lstStyle>
            <a:lvl1pPr marL="0" indent="0">
              <a:buNone/>
              <a:defRPr lang="en-US" sz="24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09601" y="322731"/>
            <a:ext cx="914400" cy="286869"/>
          </a:xfrm>
        </p:spPr>
        <p:txBody>
          <a:bodyPr/>
          <a:lstStyle/>
          <a:p>
            <a:fld id="{28F25336-016D-4162-B545-E54B089028A6}" type="datetime1">
              <a:rPr lang="en-US" smtClean="0"/>
              <a:t>10/19/2026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2517649" y="322731"/>
            <a:ext cx="7150608" cy="286869"/>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661904" y="322731"/>
            <a:ext cx="914400" cy="286869"/>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357190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71600"/>
            <a:ext cx="8229600" cy="2567855"/>
          </a:xfrm>
        </p:spPr>
        <p:txBody>
          <a:bodyPr anchor="b">
            <a:normAutofit/>
          </a:bodyPr>
          <a:lstStyle>
            <a:lvl1pPr algn="ctr">
              <a:defRPr sz="32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375642"/>
            <a:ext cx="7588155" cy="1029310"/>
          </a:xfrm>
        </p:spPr>
        <p:txBody>
          <a:bodyPr>
            <a:normAutofit/>
          </a:bodyPr>
          <a:lstStyle>
            <a:lvl1pPr marL="0" indent="0" algn="ctr">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CD4DBA1-4626-47FC-856E-159D7E28D490}" type="datetime1">
              <a:rPr lang="en-US" smtClean="0"/>
              <a:t>10/19/2026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2520696" y="322731"/>
            <a:ext cx="7150608" cy="286869"/>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5946275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417671"/>
            <a:ext cx="7909560" cy="4830729"/>
          </a:xfrm>
        </p:spPr>
        <p:txBody>
          <a:bodyPr vert="horz" lIns="91440" tIns="45720" rIns="91440" bIns="45720" rtlCol="0" anchor="b">
            <a:normAutofit/>
          </a:bodyPr>
          <a:lstStyle>
            <a:lvl1pPr>
              <a:defRPr lang="en-US" sz="3200" dirty="0">
                <a:solidFill>
                  <a:schemeClr val="tx1"/>
                </a:solidFill>
              </a:defRPr>
            </a:lvl1pPr>
          </a:lstStyle>
          <a:p>
            <a:pPr lvl="0"/>
            <a:r>
              <a:rPr lang="en-US"/>
              <a:t>Section Header</a:t>
            </a:r>
          </a:p>
        </p:txBody>
      </p:sp>
      <p:sp>
        <p:nvSpPr>
          <p:cNvPr id="3" name="Date Placeholder 2">
            <a:extLst>
              <a:ext uri="{FF2B5EF4-FFF2-40B4-BE49-F238E27FC236}">
                <a16:creationId xmlns:a16="http://schemas.microsoft.com/office/drawing/2014/main" id="{171F2818-3D93-3C9A-E504-3D8A33F2BA9D}"/>
              </a:ext>
            </a:extLst>
          </p:cNvPr>
          <p:cNvSpPr>
            <a:spLocks noGrp="1"/>
          </p:cNvSpPr>
          <p:nvPr>
            <p:ph type="dt" sz="half" idx="10"/>
          </p:nvPr>
        </p:nvSpPr>
        <p:spPr/>
        <p:txBody>
          <a:bodyPr/>
          <a:lstStyle/>
          <a:p>
            <a:fld id="{98E2C3C3-8EE0-4646-AF47-12E3116D59C3}" type="datetime1">
              <a:rPr lang="en-US" smtClean="0"/>
              <a:t>10/19/2026</a:t>
            </a:fld>
            <a:endParaRPr lang="en-US"/>
          </a:p>
        </p:txBody>
      </p:sp>
      <p:sp>
        <p:nvSpPr>
          <p:cNvPr id="7" name="Footer Placeholder 6">
            <a:extLst>
              <a:ext uri="{FF2B5EF4-FFF2-40B4-BE49-F238E27FC236}">
                <a16:creationId xmlns:a16="http://schemas.microsoft.com/office/drawing/2014/main" id="{40C970B7-D89D-4042-9AC8-32C22BDD29AD}"/>
              </a:ext>
            </a:extLst>
          </p:cNvPr>
          <p:cNvSpPr>
            <a:spLocks noGrp="1"/>
          </p:cNvSpPr>
          <p:nvPr>
            <p:ph type="ftr" sz="quarter" idx="11"/>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A7A35D86-D074-E057-C950-943CC0E1CBA4}"/>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67096526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8066" y="1371600"/>
            <a:ext cx="8470605" cy="1041436"/>
          </a:xfrm>
        </p:spPr>
        <p:txBody>
          <a:bodyPr anchor="t">
            <a:normAutofit/>
          </a:bodyPr>
          <a:lstStyle>
            <a:lvl1pPr>
              <a:defRPr sz="3200"/>
            </a:lvl1pPr>
          </a:lstStyle>
          <a:p>
            <a:r>
              <a:rPr lang="en-US"/>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D252E1C-7EB3-405E-81B2-32E332CACA0F}" type="datetime1">
              <a:rPr lang="en-US" smtClean="0"/>
              <a:t>10/19/2026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 y="2797083"/>
            <a:ext cx="8470605" cy="3451317"/>
          </a:xfrm>
        </p:spPr>
        <p:txBody>
          <a:bodyPr>
            <a:normAutofit/>
          </a:bodyPr>
          <a:lstStyle>
            <a:lvl1pPr marL="457200" indent="-457200">
              <a:buFont typeface="+mj-lt"/>
              <a:buAutoNum type="arabicPeriod"/>
              <a:defRPr sz="1400"/>
            </a:lvl1pPr>
            <a:lvl2pPr marL="685800" indent="-4572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488013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659795" y="1371600"/>
            <a:ext cx="5916508" cy="1052105"/>
          </a:xfrm>
        </p:spPr>
        <p:txBody>
          <a:bodyPr anchor="t">
            <a:normAutofit/>
          </a:bodyPr>
          <a:lstStyle>
            <a:lvl1pPr>
              <a:defRPr sz="3200"/>
            </a:lvl1pPr>
          </a:lstStyle>
          <a:p>
            <a:r>
              <a:rPr lang="en-US"/>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09601" y="322731"/>
            <a:ext cx="914400" cy="283464"/>
          </a:xfrm>
        </p:spPr>
        <p:txBody>
          <a:bodyPr/>
          <a:lstStyle/>
          <a:p>
            <a:fld id="{1FE93670-5DDA-427C-9657-21A216413B90}" type="datetime1">
              <a:rPr lang="en-US" smtClean="0"/>
              <a:t>10/19/2026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2514600" y="322731"/>
            <a:ext cx="7162800" cy="283464"/>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0668000" y="322731"/>
            <a:ext cx="908304" cy="283464"/>
          </a:xfrm>
        </p:spPr>
        <p:txBody>
          <a:body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609600" y="1371599"/>
            <a:ext cx="4663806" cy="4876801"/>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59796" y="2807753"/>
            <a:ext cx="5916507" cy="3440647"/>
          </a:xfrm>
        </p:spPr>
        <p:txBody>
          <a:bodyPr>
            <a:normAutofit/>
          </a:bodyPr>
          <a:lstStyle>
            <a:lvl1pPr marL="457200" indent="-4572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575858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34031" y="1371600"/>
            <a:ext cx="2441448" cy="4876800"/>
          </a:xfrm>
        </p:spPr>
        <p:txBody>
          <a:bodyPr anchor="t">
            <a:normAutofit/>
          </a:bodyPr>
          <a:lstStyle>
            <a:lvl1pPr>
              <a:defRPr sz="2400"/>
            </a:lvl1pPr>
          </a:lstStyle>
          <a:p>
            <a:r>
              <a:rPr lang="en-US"/>
              <a:t>Click to edit Master title style</a:t>
            </a:r>
          </a:p>
        </p:txBody>
      </p:sp>
      <p:sp>
        <p:nvSpPr>
          <p:cNvPr id="8" name="Date Placeholder 2">
            <a:extLst>
              <a:ext uri="{FF2B5EF4-FFF2-40B4-BE49-F238E27FC236}">
                <a16:creationId xmlns:a16="http://schemas.microsoft.com/office/drawing/2014/main" id="{4C796253-2EF8-E90A-A94F-8CFC6E39EE48}"/>
              </a:ext>
            </a:extLst>
          </p:cNvPr>
          <p:cNvSpPr>
            <a:spLocks noGrp="1"/>
          </p:cNvSpPr>
          <p:nvPr>
            <p:ph type="dt" sz="half" idx="10"/>
          </p:nvPr>
        </p:nvSpPr>
        <p:spPr>
          <a:xfrm>
            <a:off x="609601" y="322731"/>
            <a:ext cx="914400" cy="286869"/>
          </a:xfrm>
        </p:spPr>
        <p:txBody>
          <a:bodyPr/>
          <a:lstStyle/>
          <a:p>
            <a:fld id="{88F73B11-D0F5-4A08-A19E-C560E2C4116F}" type="datetime1">
              <a:rPr lang="en-US" smtClean="0"/>
              <a:t>10/19/2026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2514600" y="322731"/>
            <a:ext cx="7162800" cy="286869"/>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0668000" y="322731"/>
            <a:ext cx="908304" cy="286869"/>
          </a:xfrm>
        </p:spPr>
        <p:txBody>
          <a:body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3460625" y="1371599"/>
            <a:ext cx="5272821" cy="4876801"/>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9134856" y="1371600"/>
            <a:ext cx="2441448" cy="4876800"/>
          </a:xfrm>
        </p:spPr>
        <p:txBody>
          <a:bodyPr>
            <a:normAutofit/>
          </a:bodyPr>
          <a:lstStyle>
            <a:lvl1pPr marL="457200" indent="-4572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19576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790911" y="2133600"/>
            <a:ext cx="6623436" cy="1070776"/>
          </a:xfrm>
        </p:spPr>
        <p:txBody>
          <a:bodyPr anchor="b">
            <a:normAutofit/>
          </a:bodyPr>
          <a:lstStyle>
            <a:lvl1pPr algn="ctr">
              <a:defRPr sz="32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4761C04-CC91-4AAF-9006-A3A27BF33173}" type="datetime1">
              <a:rPr lang="en-US" smtClean="0"/>
              <a:t>10/19/2026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768786" y="3588424"/>
            <a:ext cx="4659735" cy="1645198"/>
          </a:xfr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21998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543291" y="1373986"/>
            <a:ext cx="3493858" cy="3456894"/>
          </a:xfrm>
        </p:spPr>
        <p:txBody>
          <a:bodyPr anchor="t">
            <a:normAutofit/>
          </a:bodyPr>
          <a:lstStyle>
            <a:lvl1pPr>
              <a:defRPr sz="24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05EDACB-E986-4E04-ADB1-8913384D68D3}" type="datetime1">
              <a:rPr lang="en-US" smtClean="0"/>
              <a:t>10/19/2026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373986"/>
            <a:ext cx="4956175" cy="3461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903557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388700"/>
            <a:ext cx="3923455" cy="4083580"/>
          </a:xfrm>
        </p:spPr>
        <p:txBody>
          <a:bodyPr anchor="t">
            <a:normAutofit/>
          </a:bodyPr>
          <a:lstStyle>
            <a:lvl1pPr>
              <a:defRPr sz="24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C338E35-CB21-4D15-A87F-675D4C9EDCA4}" type="datetime1">
              <a:rPr lang="en-US" smtClean="0"/>
              <a:t>10/19/2026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22181" y="1389134"/>
            <a:ext cx="6279220"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93123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1371600"/>
            <a:ext cx="3496147" cy="4876800"/>
          </a:xfrm>
        </p:spPr>
        <p:txBody>
          <a:bodyPr anchor="t">
            <a:normAutofit/>
          </a:bodyPr>
          <a:lstStyle>
            <a:lvl1pPr>
              <a:defRPr sz="24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71CA9EE-AFE9-47E0-9F22-915E0A45E5AF}" type="datetime1">
              <a:rPr lang="en-US" smtClean="0"/>
              <a:t>10/19/2026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94872" y="1371600"/>
            <a:ext cx="7081431"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089597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9600" y="1371600"/>
            <a:ext cx="3349754" cy="2721451"/>
          </a:xfrm>
        </p:spPr>
        <p:txBody>
          <a:bodyPr anchor="t">
            <a:normAutofit/>
          </a:bodyPr>
          <a:lstStyle>
            <a:lvl1pPr>
              <a:defRPr sz="24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09600" y="322731"/>
            <a:ext cx="914400" cy="286869"/>
          </a:xfrm>
        </p:spPr>
        <p:txBody>
          <a:bodyPr/>
          <a:lstStyle/>
          <a:p>
            <a:fld id="{7C504BF7-6B14-4333-B52B-ADBC1BCF47B5}" type="datetime1">
              <a:rPr lang="en-US" smtClean="0"/>
              <a:t>10/19/2026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343402" y="1371600"/>
            <a:ext cx="7232901"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190947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9600" y="1371600"/>
            <a:ext cx="4352926" cy="766774"/>
          </a:xfrm>
        </p:spPr>
        <p:txBody>
          <a:bodyPr anchor="t">
            <a:normAutofit/>
          </a:bodyPr>
          <a:lstStyle>
            <a:lvl1pPr>
              <a:defRPr sz="2400"/>
            </a:lvl1pPr>
          </a:lstStyle>
          <a:p>
            <a:r>
              <a:rPr lang="en-US"/>
              <a:t>Click to edit Master title style</a:t>
            </a:r>
          </a:p>
        </p:txBody>
      </p:sp>
      <p:sp>
        <p:nvSpPr>
          <p:cNvPr id="7" name="Subtitle 2">
            <a:extLst>
              <a:ext uri="{FF2B5EF4-FFF2-40B4-BE49-F238E27FC236}">
                <a16:creationId xmlns:a16="http://schemas.microsoft.com/office/drawing/2014/main" id="{684DE9B9-A2D7-1C5E-03A8-327B24C29FD9}"/>
              </a:ext>
            </a:extLst>
          </p:cNvPr>
          <p:cNvSpPr>
            <a:spLocks noGrp="1"/>
          </p:cNvSpPr>
          <p:nvPr>
            <p:ph type="subTitle" idx="1"/>
          </p:nvPr>
        </p:nvSpPr>
        <p:spPr>
          <a:xfrm>
            <a:off x="634029" y="2522423"/>
            <a:ext cx="4328497" cy="3700576"/>
          </a:xfrm>
        </p:spPr>
        <p:txBody>
          <a:bodyPr vert="horz" lIns="91440" tIns="45720" rIns="91440" bIns="45720" rtlCol="0" anchor="b">
            <a:normAutofit/>
          </a:bodyPr>
          <a:lstStyle>
            <a:lvl1pPr marL="0" indent="0">
              <a:buNone/>
              <a:defRPr lang="en-US" sz="14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09600" y="322731"/>
            <a:ext cx="914400" cy="286869"/>
          </a:xfrm>
        </p:spPr>
        <p:txBody>
          <a:bodyPr/>
          <a:lstStyle/>
          <a:p>
            <a:fld id="{C1C21BA4-3737-442B-A21A-11EEBBB51C57}" type="datetime1">
              <a:rPr lang="en-US" smtClean="0"/>
              <a:t>10/19/2026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27244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50289" y="1371601"/>
            <a:ext cx="6632111" cy="606888"/>
          </a:xfrm>
        </p:spPr>
        <p:txBody>
          <a:bodyPr anchor="t"/>
          <a:lstStyle/>
          <a:p>
            <a:r>
              <a:rPr lang="en-US"/>
              <a:t>Click to edit Master title style</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609600" y="322731"/>
            <a:ext cx="914400" cy="283464"/>
          </a:xfrm>
        </p:spPr>
        <p:txBody>
          <a:bodyPr/>
          <a:lstStyle/>
          <a:p>
            <a:fld id="{8EF3DE08-A0D1-4FD8-A862-5499266B124D}" type="datetime1">
              <a:rPr lang="en-US" smtClean="0"/>
              <a:t>10/19/2026</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0661904" y="322731"/>
            <a:ext cx="914400" cy="283464"/>
          </a:xfrm>
        </p:spPr>
        <p:txBody>
          <a:bodyPr/>
          <a:lstStyle/>
          <a:p>
            <a:fld id="{AEAA3239-9EA4-4A65-A281-97F994456D9F}" type="slidenum">
              <a:rPr lang="en-US" smtClean="0"/>
              <a:t>‹#›</a:t>
            </a:fld>
            <a:endParaRPr lang="en-US"/>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609600" y="1371599"/>
            <a:ext cx="3950854" cy="48768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50290" y="2362534"/>
            <a:ext cx="6626014" cy="39015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83034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1371599"/>
            <a:ext cx="6632111" cy="606888"/>
          </a:xfrm>
        </p:spPr>
        <p:txBody>
          <a:bodyPr anchor="t"/>
          <a:lstStyle/>
          <a:p>
            <a:r>
              <a:rPr lang="en-US"/>
              <a:t>Click to edit Master title style</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609600" y="322731"/>
            <a:ext cx="914400" cy="283464"/>
          </a:xfrm>
        </p:spPr>
        <p:txBody>
          <a:bodyPr/>
          <a:lstStyle/>
          <a:p>
            <a:fld id="{6C5A15EF-D72C-40D5-8663-2C77F9B42EC1}" type="datetime1">
              <a:rPr lang="en-US" smtClean="0"/>
              <a:t>10/19/2026</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2514600" y="322731"/>
            <a:ext cx="7162799" cy="283464"/>
          </a:xfr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0653334" y="322731"/>
            <a:ext cx="914400" cy="283464"/>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2362534"/>
            <a:ext cx="6631984" cy="388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13">
            <a:extLst>
              <a:ext uri="{FF2B5EF4-FFF2-40B4-BE49-F238E27FC236}">
                <a16:creationId xmlns:a16="http://schemas.microsoft.com/office/drawing/2014/main" id="{D62B7BD4-B0D6-F90A-8AD2-9FA1574A17A8}"/>
              </a:ext>
            </a:extLst>
          </p:cNvPr>
          <p:cNvSpPr>
            <a:spLocks noGrp="1"/>
          </p:cNvSpPr>
          <p:nvPr>
            <p:ph type="pic" sz="quarter" idx="18" hasCustomPrompt="1"/>
          </p:nvPr>
        </p:nvSpPr>
        <p:spPr>
          <a:xfrm>
            <a:off x="7616880" y="1371599"/>
            <a:ext cx="3950854" cy="48768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7688094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10118" y="1371600"/>
            <a:ext cx="7172282" cy="606886"/>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609600" y="322731"/>
            <a:ext cx="914400" cy="283464"/>
          </a:xfrm>
        </p:spPr>
        <p:txBody>
          <a:bodyPr/>
          <a:lstStyle/>
          <a:p>
            <a:fld id="{D56F8A71-DDE0-43CA-81C3-EA9C4963E6AE}" type="datetime1">
              <a:rPr lang="en-US" smtClean="0"/>
              <a:t>10/19/2026</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0668000" y="322731"/>
            <a:ext cx="914400" cy="283464"/>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 y="1371600"/>
            <a:ext cx="3413760" cy="48768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410118" y="2362534"/>
            <a:ext cx="7172282" cy="388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25821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1371600"/>
            <a:ext cx="7166187" cy="606886"/>
          </a:xfrm>
        </p:spPr>
        <p:txBody>
          <a:bodyPr anchor="t"/>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a:lstStyle/>
          <a:p>
            <a:fld id="{E525A034-19B5-40C2-A08C-916D805B8A45}" type="datetime1">
              <a:rPr lang="en-US" smtClean="0"/>
              <a:t>10/19/2026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4953" y="322731"/>
            <a:ext cx="914400" cy="283464"/>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362534"/>
            <a:ext cx="7166188" cy="388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0">
            <a:extLst>
              <a:ext uri="{FF2B5EF4-FFF2-40B4-BE49-F238E27FC236}">
                <a16:creationId xmlns:a16="http://schemas.microsoft.com/office/drawing/2014/main" id="{3B8151E2-ED8A-E9B1-A83A-CF01A37B5F98}"/>
              </a:ext>
            </a:extLst>
          </p:cNvPr>
          <p:cNvSpPr>
            <a:spLocks noGrp="1"/>
          </p:cNvSpPr>
          <p:nvPr>
            <p:ph type="pic" sz="quarter" idx="13" hasCustomPrompt="1"/>
          </p:nvPr>
        </p:nvSpPr>
        <p:spPr>
          <a:xfrm>
            <a:off x="8165593" y="1373529"/>
            <a:ext cx="3413760" cy="48768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2623733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904077" y="1371599"/>
            <a:ext cx="4667987" cy="606887"/>
          </a:xfrm>
        </p:spPr>
        <p:txBody>
          <a:bodyPr anchor="t">
            <a:normAutofit/>
          </a:bodyPr>
          <a:lstStyle>
            <a:lvl1pPr>
              <a:defRPr sz="2400"/>
            </a:lvl1pPr>
          </a:lstStyle>
          <a:p>
            <a:r>
              <a:rPr lang="en-US"/>
              <a:t>Click to edit Master title style</a:t>
            </a:r>
          </a:p>
        </p:txBody>
      </p:sp>
      <p:sp>
        <p:nvSpPr>
          <p:cNvPr id="9" name="Date Placeholder 4">
            <a:extLst>
              <a:ext uri="{FF2B5EF4-FFF2-40B4-BE49-F238E27FC236}">
                <a16:creationId xmlns:a16="http://schemas.microsoft.com/office/drawing/2014/main" id="{ADD95619-B63B-77E6-BE04-262FAAD12CB4}"/>
              </a:ext>
            </a:extLst>
          </p:cNvPr>
          <p:cNvSpPr>
            <a:spLocks noGrp="1"/>
          </p:cNvSpPr>
          <p:nvPr>
            <p:ph type="dt" sz="half" idx="10"/>
          </p:nvPr>
        </p:nvSpPr>
        <p:spPr>
          <a:xfrm>
            <a:off x="609600" y="322731"/>
            <a:ext cx="914400" cy="283464"/>
          </a:xfrm>
        </p:spPr>
        <p:txBody>
          <a:bodyPr/>
          <a:lstStyle>
            <a:lvl1pPr>
              <a:defRPr>
                <a:solidFill>
                  <a:schemeClr val="tx1"/>
                </a:solidFill>
                <a:effectLst/>
              </a:defRPr>
            </a:lvl1pPr>
          </a:lstStyle>
          <a:p>
            <a:fld id="{D2C5EE04-1B51-44BB-A7D3-16AEE79C4983}" type="datetime1">
              <a:rPr lang="en-US" smtClean="0"/>
              <a:t>10/19/2026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14600" y="322731"/>
            <a:ext cx="7162800" cy="283464"/>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668001" y="322731"/>
            <a:ext cx="914400" cy="283464"/>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599" y="1371600"/>
            <a:ext cx="5882642" cy="48768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906805" y="2362535"/>
            <a:ext cx="4675596" cy="388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477345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1371600"/>
            <a:ext cx="4700225" cy="606887"/>
          </a:xfrm>
        </p:spPr>
        <p:txBody>
          <a:bodyPr anchor="t">
            <a:normAutofit/>
          </a:bodyPr>
          <a:lstStyle>
            <a:lvl1pPr>
              <a:defRPr sz="2400"/>
            </a:lvl1pPr>
          </a:lstStyle>
          <a:p>
            <a:r>
              <a:rPr lang="en-US"/>
              <a:t>Click to edit Master title style</a:t>
            </a:r>
          </a:p>
        </p:txBody>
      </p:sp>
      <p:sp>
        <p:nvSpPr>
          <p:cNvPr id="10" name="Date Placeholder 4">
            <a:extLst>
              <a:ext uri="{FF2B5EF4-FFF2-40B4-BE49-F238E27FC236}">
                <a16:creationId xmlns:a16="http://schemas.microsoft.com/office/drawing/2014/main" id="{84676EBB-6E0A-AD72-143B-39A640FF3585}"/>
              </a:ext>
            </a:extLst>
          </p:cNvPr>
          <p:cNvSpPr>
            <a:spLocks noGrp="1"/>
          </p:cNvSpPr>
          <p:nvPr>
            <p:ph type="dt" sz="half" idx="10"/>
          </p:nvPr>
        </p:nvSpPr>
        <p:spPr>
          <a:xfrm>
            <a:off x="609600" y="322731"/>
            <a:ext cx="914400" cy="283464"/>
          </a:xfrm>
        </p:spPr>
        <p:txBody>
          <a:bodyPr/>
          <a:lstStyle>
            <a:lvl1pPr>
              <a:defRPr>
                <a:solidFill>
                  <a:schemeClr val="tx1"/>
                </a:solidFill>
              </a:defRPr>
            </a:lvl1pPr>
          </a:lstStyle>
          <a:p>
            <a:fld id="{E79D7598-9667-4FA1-B20E-133F7DF30C66}" type="datetime1">
              <a:rPr lang="en-US" smtClean="0"/>
              <a:t>10/19/2026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14600" y="322731"/>
            <a:ext cx="7162800" cy="283464"/>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668000" y="322731"/>
            <a:ext cx="914400" cy="283464"/>
          </a:xfrm>
        </p:spPr>
        <p:txBody>
          <a:bodyPr/>
          <a:lstStyle>
            <a:lvl1pPr>
              <a:defRPr>
                <a:solidFill>
                  <a:schemeClr val="tx1"/>
                </a:solidFill>
                <a:effectLst/>
              </a:defRPr>
            </a:lvl1pPr>
          </a:lstStyle>
          <a:p>
            <a:fld id="{AEAA3239-9EA4-4A65-A281-97F994456D9F}" type="slidenum">
              <a:rPr lang="en-US" smtClean="0"/>
              <a:pPr/>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362534"/>
            <a:ext cx="4700225" cy="388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0">
            <a:extLst>
              <a:ext uri="{FF2B5EF4-FFF2-40B4-BE49-F238E27FC236}">
                <a16:creationId xmlns:a16="http://schemas.microsoft.com/office/drawing/2014/main" id="{87DB94FD-8F2A-F0DB-71EB-3565077D4A20}"/>
              </a:ext>
            </a:extLst>
          </p:cNvPr>
          <p:cNvSpPr>
            <a:spLocks noGrp="1"/>
          </p:cNvSpPr>
          <p:nvPr>
            <p:ph type="pic" sz="quarter" idx="15" hasCustomPrompt="1"/>
          </p:nvPr>
        </p:nvSpPr>
        <p:spPr>
          <a:xfrm>
            <a:off x="5699758" y="1371600"/>
            <a:ext cx="5882642" cy="48768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9404400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1371599"/>
            <a:ext cx="3363514" cy="914401"/>
          </a:xfrm>
        </p:spPr>
        <p:txBody>
          <a:bodyPr anchor="t">
            <a:normAutofit/>
          </a:bodyPr>
          <a:lstStyle>
            <a:lvl1pPr>
              <a:defRPr sz="2400"/>
            </a:lvl1pPr>
          </a:lstStyle>
          <a:p>
            <a:r>
              <a:rPr lang="en-US"/>
              <a:t>Click to edit Master title style</a:t>
            </a:r>
          </a:p>
        </p:txBody>
      </p:sp>
      <p:sp>
        <p:nvSpPr>
          <p:cNvPr id="6" name="Date Placeholder 3">
            <a:extLst>
              <a:ext uri="{FF2B5EF4-FFF2-40B4-BE49-F238E27FC236}">
                <a16:creationId xmlns:a16="http://schemas.microsoft.com/office/drawing/2014/main" id="{CBA07C19-A01D-B0B9-930B-9E9E7D2E653C}"/>
              </a:ext>
            </a:extLst>
          </p:cNvPr>
          <p:cNvSpPr>
            <a:spLocks noGrp="1"/>
          </p:cNvSpPr>
          <p:nvPr>
            <p:ph type="dt" sz="half" idx="15"/>
          </p:nvPr>
        </p:nvSpPr>
        <p:spPr>
          <a:xfrm>
            <a:off x="609600" y="322731"/>
            <a:ext cx="914400" cy="283464"/>
          </a:xfrm>
        </p:spPr>
        <p:txBody>
          <a:bodyPr/>
          <a:lstStyle/>
          <a:p>
            <a:fld id="{E0F4D2D3-E754-452C-996E-A69280848F28}" type="datetime1">
              <a:rPr lang="en-US" smtClean="0"/>
              <a:t>10/19/2026</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2514600" y="322731"/>
            <a:ext cx="7162799"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0661903" y="322731"/>
            <a:ext cx="914400" cy="283464"/>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 y="1371600"/>
            <a:ext cx="7197978" cy="48768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8887" y="2670047"/>
            <a:ext cx="3363513" cy="35783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57419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1371599"/>
            <a:ext cx="3363513" cy="914401"/>
          </a:xfrm>
        </p:spPr>
        <p:txBody>
          <a:bodyPr anchor="t">
            <a:normAutofit/>
          </a:bodyPr>
          <a:lstStyle>
            <a:lvl1pPr>
              <a:defRPr sz="2400"/>
            </a:lvl1pPr>
          </a:lstStyle>
          <a:p>
            <a:r>
              <a:rPr lang="en-US"/>
              <a:t>Click to edit Master title style</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609600" y="322731"/>
            <a:ext cx="914400" cy="283464"/>
          </a:xfrm>
        </p:spPr>
        <p:txBody>
          <a:bodyPr/>
          <a:lstStyle/>
          <a:p>
            <a:fld id="{17A20D89-EAE3-437D-A562-62F383E1F1E4}" type="datetime1">
              <a:rPr lang="en-US" smtClean="0"/>
              <a:t>10/19/2026</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0661776" y="322731"/>
            <a:ext cx="914400" cy="283464"/>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5" y="2670047"/>
            <a:ext cx="3363386" cy="35783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0">
            <a:extLst>
              <a:ext uri="{FF2B5EF4-FFF2-40B4-BE49-F238E27FC236}">
                <a16:creationId xmlns:a16="http://schemas.microsoft.com/office/drawing/2014/main" id="{158FD965-81B2-7E47-FC2D-2FFFA61C3D06}"/>
              </a:ext>
            </a:extLst>
          </p:cNvPr>
          <p:cNvSpPr>
            <a:spLocks noGrp="1"/>
          </p:cNvSpPr>
          <p:nvPr>
            <p:ph type="pic" sz="quarter" idx="18" hasCustomPrompt="1"/>
          </p:nvPr>
        </p:nvSpPr>
        <p:spPr>
          <a:xfrm>
            <a:off x="4378198" y="1371600"/>
            <a:ext cx="7197978" cy="48768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1462785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1371600"/>
            <a:ext cx="2699254" cy="1836503"/>
          </a:xfrm>
        </p:spPr>
        <p:txBody>
          <a:bodyPr anchor="t"/>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 y="322731"/>
            <a:ext cx="914400" cy="283464"/>
          </a:xfrm>
        </p:spPr>
        <p:txBody>
          <a:bodyPr/>
          <a:lstStyle>
            <a:lvl1pPr>
              <a:defRPr>
                <a:solidFill>
                  <a:schemeClr val="tx1"/>
                </a:solidFill>
                <a:effectLst/>
              </a:defRPr>
            </a:lvl1pPr>
          </a:lstStyle>
          <a:p>
            <a:fld id="{D481F196-B1D0-4451-BD57-0DCCBF9A6C9D}" type="datetime1">
              <a:rPr lang="en-US" smtClean="0"/>
              <a:t>10/19/2026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14601" y="322731"/>
            <a:ext cx="7162800" cy="283464"/>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668001" y="322731"/>
            <a:ext cx="914400" cy="283464"/>
          </a:xfrm>
        </p:spPr>
        <p:txBody>
          <a:body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15697" y="1371600"/>
            <a:ext cx="7885606" cy="48768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3147" y="3592150"/>
            <a:ext cx="2699254"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443800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1371600"/>
            <a:ext cx="2699254" cy="1858941"/>
          </a:xfrm>
        </p:spPr>
        <p:txBody>
          <a:bodyPr anchor="t"/>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 y="322731"/>
            <a:ext cx="914400" cy="283464"/>
          </a:xfrm>
        </p:spPr>
        <p:txBody>
          <a:bodyPr/>
          <a:lstStyle>
            <a:lvl1pPr>
              <a:defRPr>
                <a:solidFill>
                  <a:schemeClr val="tx1"/>
                </a:solidFill>
                <a:effectLst/>
              </a:defRPr>
            </a:lvl1pPr>
          </a:lstStyle>
          <a:p>
            <a:fld id="{E2505D57-3CC9-48CD-A7D7-2BE3E605D0A5}" type="datetime1">
              <a:rPr lang="en-US" smtClean="0"/>
              <a:t>10/19/2026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14600" y="322731"/>
            <a:ext cx="7162800" cy="283464"/>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668000" y="322731"/>
            <a:ext cx="914400" cy="283464"/>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592150"/>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9">
            <a:extLst>
              <a:ext uri="{FF2B5EF4-FFF2-40B4-BE49-F238E27FC236}">
                <a16:creationId xmlns:a16="http://schemas.microsoft.com/office/drawing/2014/main" id="{7A8F660F-60A6-785B-047B-B48856C7BBFC}"/>
              </a:ext>
            </a:extLst>
          </p:cNvPr>
          <p:cNvSpPr>
            <a:spLocks noGrp="1"/>
          </p:cNvSpPr>
          <p:nvPr>
            <p:ph type="pic" sz="quarter" idx="15" hasCustomPrompt="1"/>
          </p:nvPr>
        </p:nvSpPr>
        <p:spPr>
          <a:xfrm>
            <a:off x="3696794" y="1371600"/>
            <a:ext cx="7885606" cy="48768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2640094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5012267"/>
            <a:ext cx="4019522" cy="1236133"/>
          </a:xfrm>
        </p:spPr>
        <p:txBody>
          <a:bodyPr anchor="t">
            <a:normAutofit/>
          </a:bodyPr>
          <a:lstStyle>
            <a:lvl1pPr>
              <a:defRPr sz="2400"/>
            </a:lvl1pPr>
          </a:lstStyle>
          <a:p>
            <a:r>
              <a:rPr lang="en-US"/>
              <a:t>Click to edit Master title style</a:t>
            </a:r>
          </a:p>
        </p:txBody>
      </p:sp>
      <p:sp>
        <p:nvSpPr>
          <p:cNvPr id="12" name="Date Placeholder 4">
            <a:extLst>
              <a:ext uri="{FF2B5EF4-FFF2-40B4-BE49-F238E27FC236}">
                <a16:creationId xmlns:a16="http://schemas.microsoft.com/office/drawing/2014/main" id="{2D9E4C7C-63E4-6DA5-5108-15D4DA6D0607}"/>
              </a:ext>
            </a:extLst>
          </p:cNvPr>
          <p:cNvSpPr>
            <a:spLocks noGrp="1"/>
          </p:cNvSpPr>
          <p:nvPr>
            <p:ph type="dt" sz="half" idx="10"/>
          </p:nvPr>
        </p:nvSpPr>
        <p:spPr>
          <a:xfrm>
            <a:off x="609600" y="322731"/>
            <a:ext cx="914400" cy="286869"/>
          </a:xfrm>
        </p:spPr>
        <p:txBody>
          <a:bodyPr/>
          <a:lstStyle/>
          <a:p>
            <a:fld id="{3F2E167B-0B78-4B36-8A57-49085AADF134}" type="datetime1">
              <a:rPr lang="en-US" smtClean="0"/>
              <a:t>10/19/2026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599" y="1371600"/>
            <a:ext cx="10966705" cy="3256619"/>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018927" y="5012267"/>
            <a:ext cx="6563474" cy="123613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324698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205330"/>
            <a:ext cx="3044954" cy="2019586"/>
          </a:xfrm>
        </p:spPr>
        <p:txBody>
          <a:bodyPr anchor="t">
            <a:normAutofit/>
          </a:bodyPr>
          <a:lstStyle>
            <a:lvl1pPr>
              <a:defRPr sz="2400"/>
            </a:lvl1pPr>
          </a:lstStyle>
          <a:p>
            <a:r>
              <a:rPr lang="en-US"/>
              <a:t>Click to edit Master title style</a:t>
            </a:r>
          </a:p>
        </p:txBody>
      </p:sp>
      <p:sp>
        <p:nvSpPr>
          <p:cNvPr id="9" name="Date Placeholder 4">
            <a:extLst>
              <a:ext uri="{FF2B5EF4-FFF2-40B4-BE49-F238E27FC236}">
                <a16:creationId xmlns:a16="http://schemas.microsoft.com/office/drawing/2014/main" id="{E59D63EA-A363-194D-0D29-EB63BC89E3E3}"/>
              </a:ext>
            </a:extLst>
          </p:cNvPr>
          <p:cNvSpPr>
            <a:spLocks noGrp="1"/>
          </p:cNvSpPr>
          <p:nvPr>
            <p:ph type="dt" sz="half" idx="10"/>
          </p:nvPr>
        </p:nvSpPr>
        <p:spPr>
          <a:xfrm>
            <a:off x="609600" y="322731"/>
            <a:ext cx="914400" cy="286869"/>
          </a:xfrm>
        </p:spPr>
        <p:txBody>
          <a:bodyPr/>
          <a:lstStyle/>
          <a:p>
            <a:fld id="{B9462E82-6E33-4AEF-AE7B-DF7C6F462D56}" type="datetime1">
              <a:rPr lang="en-US" smtClean="0"/>
              <a:t>10/19/2026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599" y="1371600"/>
            <a:ext cx="10966705" cy="2449683"/>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44358" y="4205331"/>
            <a:ext cx="7538041" cy="201958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85680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1390892"/>
            <a:ext cx="3021873" cy="1773540"/>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 y="322731"/>
            <a:ext cx="914400" cy="283464"/>
          </a:xfrm>
        </p:spPr>
        <p:txBody>
          <a:bodyPr/>
          <a:lstStyle/>
          <a:p>
            <a:fld id="{83BF6E84-C156-49F4-8E82-3F8A64544B22}" type="datetime1">
              <a:rPr lang="en-US" smtClean="0"/>
              <a:t>10/19/2026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14600" y="322731"/>
            <a:ext cx="7162800" cy="283464"/>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668000" y="322731"/>
            <a:ext cx="914400" cy="283464"/>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1390891"/>
            <a:ext cx="7460029"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609599" y="4127577"/>
            <a:ext cx="10972801" cy="2120823"/>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4064926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1371600"/>
            <a:ext cx="10969753" cy="745559"/>
          </a:xfrm>
        </p:spPr>
        <p:txBody>
          <a:bodyPr anchor="t"/>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a:lstStyle/>
          <a:p>
            <a:fld id="{001F9C0A-11C5-40F2-BD0E-27AA70E2625D}" type="datetime1">
              <a:rPr lang="en-US" smtClean="0"/>
              <a:t>10/19/2026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4952" y="322731"/>
            <a:ext cx="914400" cy="283464"/>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501206"/>
            <a:ext cx="4513079" cy="3747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512485" y="2501206"/>
            <a:ext cx="6066867" cy="374719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Tree>
    <p:extLst>
      <p:ext uri="{BB962C8B-B14F-4D97-AF65-F5344CB8AC3E}">
        <p14:creationId xmlns:p14="http://schemas.microsoft.com/office/powerpoint/2010/main" val="258859096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1371600"/>
            <a:ext cx="10969753" cy="745560"/>
          </a:xfrm>
        </p:spPr>
        <p:txBody>
          <a:bodyPr anchor="t"/>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a:lstStyle/>
          <a:p>
            <a:fld id="{9CDFB84F-677F-480D-99C2-22BB3A82E4AD}" type="datetime1">
              <a:rPr lang="en-US" smtClean="0"/>
              <a:t>10/19/2026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7999" y="322731"/>
            <a:ext cx="914400" cy="283464"/>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501206"/>
            <a:ext cx="4931835" cy="3747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931240" y="2501206"/>
            <a:ext cx="5651159" cy="3747194"/>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Tree>
    <p:extLst>
      <p:ext uri="{BB962C8B-B14F-4D97-AF65-F5344CB8AC3E}">
        <p14:creationId xmlns:p14="http://schemas.microsoft.com/office/powerpoint/2010/main" val="327898892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1371600"/>
            <a:ext cx="10969753" cy="745558"/>
          </a:xfrm>
        </p:spPr>
        <p:txBody>
          <a:bodyPr anchor="t"/>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a:lstStyle/>
          <a:p>
            <a:fld id="{1C640349-FC90-47D1-9F46-4D34EA792223}" type="datetime1">
              <a:rPr lang="en-US" smtClean="0"/>
              <a:t>10/19/2026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8000" y="322731"/>
            <a:ext cx="914400" cy="283464"/>
          </a:xfrm>
        </p:spPr>
        <p:txBody>
          <a:bodyPr/>
          <a:lstStyle/>
          <a:p>
            <a:fld id="{AEAA3239-9EA4-4A65-A281-97F994456D9F}" type="slidenum">
              <a:rPr lang="en-US" smtClean="0"/>
              <a:t>‹#›</a:t>
            </a:fld>
            <a:endParaRPr lang="en-US"/>
          </a:p>
        </p:txBody>
      </p:sp>
      <p:sp>
        <p:nvSpPr>
          <p:cNvPr id="15" name="Picture Placeholder 11">
            <a:extLst>
              <a:ext uri="{FF2B5EF4-FFF2-40B4-BE49-F238E27FC236}">
                <a16:creationId xmlns:a16="http://schemas.microsoft.com/office/drawing/2014/main" id="{95AEE073-61C4-86E8-2CDD-336E22094FD4}"/>
              </a:ext>
            </a:extLst>
          </p:cNvPr>
          <p:cNvSpPr>
            <a:spLocks noGrp="1"/>
          </p:cNvSpPr>
          <p:nvPr>
            <p:ph type="pic" sz="quarter" idx="19" hasCustomPrompt="1"/>
          </p:nvPr>
        </p:nvSpPr>
        <p:spPr>
          <a:xfrm>
            <a:off x="612647" y="2501206"/>
            <a:ext cx="6066867" cy="374719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
        <p:nvSpPr>
          <p:cNvPr id="14" name="Content Placeholder 7">
            <a:extLst>
              <a:ext uri="{FF2B5EF4-FFF2-40B4-BE49-F238E27FC236}">
                <a16:creationId xmlns:a16="http://schemas.microsoft.com/office/drawing/2014/main" id="{BB848C29-CF42-98B7-D019-4F384E06AD99}"/>
              </a:ext>
            </a:extLst>
          </p:cNvPr>
          <p:cNvSpPr>
            <a:spLocks noGrp="1"/>
          </p:cNvSpPr>
          <p:nvPr>
            <p:ph sz="quarter" idx="18"/>
          </p:nvPr>
        </p:nvSpPr>
        <p:spPr>
          <a:xfrm>
            <a:off x="7069321" y="2501206"/>
            <a:ext cx="4513079" cy="3747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54042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1371600"/>
            <a:ext cx="4675633" cy="990600"/>
          </a:xfrm>
        </p:spPr>
        <p:txBody>
          <a:bodyPr anchor="t">
            <a:normAutofit/>
          </a:bodyPr>
          <a:lstStyle>
            <a:lvl1pPr>
              <a:defRPr sz="24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8587C5F-6A61-4864-9518-A5514F3191A0}" type="datetime1">
              <a:rPr lang="en-US" smtClean="0"/>
              <a:t>10/19/2026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 y="2746246"/>
            <a:ext cx="4675632" cy="3502153"/>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12502" y="1371600"/>
            <a:ext cx="5869899"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76287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1371600"/>
            <a:ext cx="3425954" cy="917450"/>
          </a:xfrm>
        </p:spPr>
        <p:txBody>
          <a:bodyPr anchor="t">
            <a:normAutofit/>
          </a:bodyPr>
          <a:lstStyle>
            <a:lvl1pPr>
              <a:defRPr sz="24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B95669B-9B51-4A21-90C8-BB2E110B3FD6}" type="datetime1">
              <a:rPr lang="en-US" smtClean="0"/>
              <a:t>10/19/2026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1" y="2673096"/>
            <a:ext cx="3429000" cy="3575303"/>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25359" y="1371600"/>
            <a:ext cx="7152279"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685367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1371600"/>
            <a:ext cx="10969753" cy="399228"/>
          </a:xfrm>
        </p:spPr>
        <p:txBody>
          <a:bodyPr anchor="t"/>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a:lstStyle/>
          <a:p>
            <a:fld id="{524A6D49-9F84-4D2B-BCDD-C2F0AED64BFE}" type="datetime1">
              <a:rPr lang="en-US" smtClean="0"/>
              <a:t>10/19/2026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8000" y="322731"/>
            <a:ext cx="914400" cy="283464"/>
          </a:xfrm>
        </p:spPr>
        <p:txBody>
          <a:bodyPr/>
          <a:lstStyle/>
          <a:p>
            <a:fld id="{AEAA3239-9EA4-4A65-A281-97F994456D9F}" type="slidenum">
              <a:rPr lang="en-US" smtClean="0"/>
              <a:t>‹#›</a:t>
            </a:fld>
            <a:endParaRPr lang="en-US"/>
          </a:p>
        </p:txBody>
      </p:sp>
      <p:sp>
        <p:nvSpPr>
          <p:cNvPr id="15" name="Picture Placeholder 11">
            <a:extLst>
              <a:ext uri="{FF2B5EF4-FFF2-40B4-BE49-F238E27FC236}">
                <a16:creationId xmlns:a16="http://schemas.microsoft.com/office/drawing/2014/main" id="{95AEE073-61C4-86E8-2CDD-336E22094FD4}"/>
              </a:ext>
            </a:extLst>
          </p:cNvPr>
          <p:cNvSpPr>
            <a:spLocks noGrp="1"/>
          </p:cNvSpPr>
          <p:nvPr>
            <p:ph type="pic" sz="quarter" idx="19" hasCustomPrompt="1"/>
          </p:nvPr>
        </p:nvSpPr>
        <p:spPr>
          <a:xfrm>
            <a:off x="612647" y="2154876"/>
            <a:ext cx="8499719" cy="409352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
        <p:nvSpPr>
          <p:cNvPr id="5" name="Content Placeholder 7">
            <a:extLst>
              <a:ext uri="{FF2B5EF4-FFF2-40B4-BE49-F238E27FC236}">
                <a16:creationId xmlns:a16="http://schemas.microsoft.com/office/drawing/2014/main" id="{15F7C753-E8D9-F006-4FC2-8BA2C55187F2}"/>
              </a:ext>
            </a:extLst>
          </p:cNvPr>
          <p:cNvSpPr>
            <a:spLocks noGrp="1"/>
          </p:cNvSpPr>
          <p:nvPr>
            <p:ph sz="quarter" idx="18"/>
          </p:nvPr>
        </p:nvSpPr>
        <p:spPr>
          <a:xfrm>
            <a:off x="9496414" y="2154876"/>
            <a:ext cx="2085986" cy="4093524"/>
          </a:xfrm>
        </p:spPr>
        <p:txBody>
          <a:bodyPr anchor="t"/>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7349323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1371600"/>
            <a:ext cx="10969753" cy="399228"/>
          </a:xfrm>
        </p:spPr>
        <p:txBody>
          <a:bodyPr anchor="t"/>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a:lstStyle/>
          <a:p>
            <a:fld id="{275F2D28-3585-40CA-9EB9-F9971C1AA1E0}" type="datetime1">
              <a:rPr lang="en-US" smtClean="0"/>
              <a:t>10/19/2026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8000" y="322731"/>
            <a:ext cx="914400" cy="283464"/>
          </a:xfrm>
        </p:spPr>
        <p:txBody>
          <a:body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B8BA6868-FD5D-17A2-6CAE-853852E8704F}"/>
              </a:ext>
            </a:extLst>
          </p:cNvPr>
          <p:cNvSpPr>
            <a:spLocks noGrp="1"/>
          </p:cNvSpPr>
          <p:nvPr>
            <p:ph type="pic" sz="quarter" idx="13" hasCustomPrompt="1"/>
          </p:nvPr>
        </p:nvSpPr>
        <p:spPr>
          <a:xfrm>
            <a:off x="609599" y="2169506"/>
            <a:ext cx="10966705" cy="329251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5" name="Content Placeholder 7">
            <a:extLst>
              <a:ext uri="{FF2B5EF4-FFF2-40B4-BE49-F238E27FC236}">
                <a16:creationId xmlns:a16="http://schemas.microsoft.com/office/drawing/2014/main" id="{15F7C753-E8D9-F006-4FC2-8BA2C55187F2}"/>
              </a:ext>
            </a:extLst>
          </p:cNvPr>
          <p:cNvSpPr>
            <a:spLocks noGrp="1"/>
          </p:cNvSpPr>
          <p:nvPr>
            <p:ph sz="quarter" idx="18"/>
          </p:nvPr>
        </p:nvSpPr>
        <p:spPr>
          <a:xfrm>
            <a:off x="609600" y="5846064"/>
            <a:ext cx="10972800" cy="402336"/>
          </a:xfrm>
        </p:spPr>
        <p:txBody>
          <a:bodyPr anchor="b"/>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4909776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5325034"/>
            <a:ext cx="9762068" cy="916369"/>
          </a:xfrm>
        </p:spPr>
        <p:txBody>
          <a:bodyPr anchor="b">
            <a:normAutofit/>
          </a:bodyPr>
          <a:lstStyle>
            <a:lvl1pPr algn="ctr">
              <a:lnSpc>
                <a:spcPct val="110000"/>
              </a:lnSpc>
              <a:defRPr sz="2400" b="1" i="0">
                <a:solidFill>
                  <a:schemeClr val="tx1"/>
                </a:solidFill>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latin typeface="+mn-lt"/>
              </a:defRPr>
            </a:lvl1pPr>
          </a:lstStyle>
          <a:p>
            <a:fld id="{E73000B7-56E6-4A26-8487-963BD31161AF}" type="datetime1">
              <a:rPr lang="en-US" smtClean="0"/>
              <a:t>10/19/2026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latin typeface="+mn-lt"/>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latin typeface="+mn-lt"/>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09600" y="914400"/>
            <a:ext cx="10972800" cy="4105835"/>
          </a:xfrm>
        </p:spPr>
        <p:txBody>
          <a:bodyPr anchor="t">
            <a:normAutofit/>
          </a:bodyPr>
          <a:lstStyle>
            <a:lvl1pPr marL="0" indent="0" algn="ctr">
              <a:lnSpc>
                <a:spcPct val="90000"/>
              </a:lnSpc>
              <a:buNone/>
              <a:defRPr sz="27500" b="0">
                <a:solidFill>
                  <a:schemeClr val="tx1"/>
                </a:solidFill>
                <a:latin typeface="+mj-lt"/>
              </a:defRPr>
            </a:lvl1pPr>
          </a:lstStyle>
          <a:p>
            <a:pPr lvl="0"/>
            <a:r>
              <a:rPr lang="en-US"/>
              <a:t>##%</a:t>
            </a:r>
          </a:p>
        </p:txBody>
      </p:sp>
    </p:spTree>
    <p:extLst>
      <p:ext uri="{BB962C8B-B14F-4D97-AF65-F5344CB8AC3E}">
        <p14:creationId xmlns:p14="http://schemas.microsoft.com/office/powerpoint/2010/main" val="168513456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37F0C99-9A58-96BA-B51F-4BEDCF1AA120}"/>
              </a:ext>
            </a:extLst>
          </p:cNvPr>
          <p:cNvSpPr>
            <a:spLocks noGrp="1"/>
          </p:cNvSpPr>
          <p:nvPr>
            <p:ph type="title"/>
          </p:nvPr>
        </p:nvSpPr>
        <p:spPr>
          <a:xfrm>
            <a:off x="609601" y="5257802"/>
            <a:ext cx="10052304" cy="990598"/>
          </a:xfrm>
        </p:spPr>
        <p:txBody>
          <a:bodyPr/>
          <a:lstStyle>
            <a:lvl1pPr>
              <a:lnSpc>
                <a:spcPct val="110000"/>
              </a:lnSpc>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latin typeface="+mn-lt"/>
              </a:defRPr>
            </a:lvl1pPr>
          </a:lstStyle>
          <a:p>
            <a:fld id="{6C671BD4-4E81-464B-A994-00077AEC80C3}" type="datetime1">
              <a:rPr lang="en-US" smtClean="0"/>
              <a:t>10/19/2026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latin typeface="+mn-lt"/>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latin typeface="+mn-lt"/>
              </a:defRPr>
            </a:lvl1pPr>
          </a:lstStyle>
          <a:p>
            <a:fld id="{AEAA3239-9EA4-4A65-A281-97F994456D9F}" type="slidenum">
              <a:rPr lang="en-US" smtClean="0"/>
              <a:pPr/>
              <a:t>‹#›</a:t>
            </a:fld>
            <a:endParaRPr lang="en-US"/>
          </a:p>
        </p:txBody>
      </p:sp>
      <p:sp>
        <p:nvSpPr>
          <p:cNvPr id="11" name="Content Placeholder 10">
            <a:extLst>
              <a:ext uri="{FF2B5EF4-FFF2-40B4-BE49-F238E27FC236}">
                <a16:creationId xmlns:a16="http://schemas.microsoft.com/office/drawing/2014/main" id="{F859DF22-2D22-B432-1B7E-1CCD6DA9C571}"/>
              </a:ext>
            </a:extLst>
          </p:cNvPr>
          <p:cNvSpPr>
            <a:spLocks noGrp="1"/>
          </p:cNvSpPr>
          <p:nvPr>
            <p:ph sz="quarter" idx="14" hasCustomPrompt="1"/>
          </p:nvPr>
        </p:nvSpPr>
        <p:spPr>
          <a:xfrm>
            <a:off x="609600" y="904875"/>
            <a:ext cx="10052050" cy="4038600"/>
          </a:xfrm>
        </p:spPr>
        <p:txBody>
          <a:bodyPr anchor="t"/>
          <a:lstStyle>
            <a:lvl1pPr>
              <a:lnSpc>
                <a:spcPct val="90000"/>
              </a:lnSpc>
              <a:buNone/>
              <a:defRPr sz="30000"/>
            </a:lvl1pPr>
          </a:lstStyle>
          <a:p>
            <a:pPr lvl="0"/>
            <a:r>
              <a:rPr lang="en-US"/>
              <a:t>##%</a:t>
            </a:r>
          </a:p>
        </p:txBody>
      </p:sp>
    </p:spTree>
    <p:extLst>
      <p:ext uri="{BB962C8B-B14F-4D97-AF65-F5344CB8AC3E}">
        <p14:creationId xmlns:p14="http://schemas.microsoft.com/office/powerpoint/2010/main" val="339193353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9E00404-475A-8BBB-C6CE-9106DE692A22}"/>
              </a:ext>
            </a:extLst>
          </p:cNvPr>
          <p:cNvSpPr>
            <a:spLocks noGrp="1"/>
          </p:cNvSpPr>
          <p:nvPr>
            <p:ph type="title"/>
          </p:nvPr>
        </p:nvSpPr>
        <p:spPr>
          <a:xfrm>
            <a:off x="9067800" y="3962400"/>
            <a:ext cx="2514599" cy="2285999"/>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latin typeface="+mn-lt"/>
              </a:defRPr>
            </a:lvl1pPr>
          </a:lstStyle>
          <a:p>
            <a:fld id="{78216DC3-F1E3-4679-A7A7-118C827BFDD8}" type="datetime1">
              <a:rPr lang="en-US" smtClean="0"/>
              <a:t>10/19/2026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latin typeface="+mn-lt"/>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latin typeface="+mn-lt"/>
              </a:defRPr>
            </a:lvl1pPr>
          </a:lstStyle>
          <a:p>
            <a:fld id="{AEAA3239-9EA4-4A65-A281-97F994456D9F}" type="slidenum">
              <a:rPr lang="en-US" smtClean="0"/>
              <a:pPr/>
              <a:t>‹#›</a:t>
            </a:fld>
            <a:endParaRPr lang="en-US"/>
          </a:p>
        </p:txBody>
      </p:sp>
      <p:sp>
        <p:nvSpPr>
          <p:cNvPr id="8" name="Content Placeholder 10">
            <a:extLst>
              <a:ext uri="{FF2B5EF4-FFF2-40B4-BE49-F238E27FC236}">
                <a16:creationId xmlns:a16="http://schemas.microsoft.com/office/drawing/2014/main" id="{97D4B19F-6F49-D42F-E0D8-B04A37866557}"/>
              </a:ext>
            </a:extLst>
          </p:cNvPr>
          <p:cNvSpPr>
            <a:spLocks noGrp="1"/>
          </p:cNvSpPr>
          <p:nvPr>
            <p:ph sz="quarter" idx="14" hasCustomPrompt="1"/>
          </p:nvPr>
        </p:nvSpPr>
        <p:spPr>
          <a:xfrm>
            <a:off x="609600" y="904875"/>
            <a:ext cx="8077200" cy="5343524"/>
          </a:xfrm>
        </p:spPr>
        <p:txBody>
          <a:bodyPr anchor="t"/>
          <a:lstStyle>
            <a:lvl1pPr>
              <a:lnSpc>
                <a:spcPct val="90000"/>
              </a:lnSpc>
              <a:buNone/>
              <a:defRPr sz="27500"/>
            </a:lvl1pPr>
          </a:lstStyle>
          <a:p>
            <a:pPr lvl="0"/>
            <a:r>
              <a:rPr lang="en-US"/>
              <a:t>##%</a:t>
            </a:r>
          </a:p>
        </p:txBody>
      </p:sp>
    </p:spTree>
    <p:extLst>
      <p:ext uri="{BB962C8B-B14F-4D97-AF65-F5344CB8AC3E}">
        <p14:creationId xmlns:p14="http://schemas.microsoft.com/office/powerpoint/2010/main" val="255432947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latin typeface="+mn-lt"/>
              </a:defRPr>
            </a:lvl1pPr>
          </a:lstStyle>
          <a:p>
            <a:fld id="{2D412A9A-F88E-45C5-903F-2119D36A77A2}" type="datetime1">
              <a:rPr lang="en-US" smtClean="0"/>
              <a:t>10/19/2026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latin typeface="+mn-lt"/>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latin typeface="+mn-lt"/>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1371600"/>
            <a:ext cx="10972800" cy="4876800"/>
          </a:xfrm>
        </p:spPr>
        <p:txBody>
          <a:bodyPr anchor="t">
            <a:normAutofit/>
          </a:bodyPr>
          <a:lstStyle>
            <a:lvl1pPr marL="0" indent="0">
              <a:lnSpc>
                <a:spcPct val="90000"/>
              </a:lnSpc>
              <a:buNone/>
              <a:defRPr sz="3200" b="1" cap="all" baseline="0">
                <a:solidFill>
                  <a:schemeClr val="tx1"/>
                </a:solidFill>
                <a:latin typeface="+mj-lt"/>
              </a:defRPr>
            </a:lvl1pPr>
            <a:lvl2pPr marL="228600" indent="0">
              <a:lnSpc>
                <a:spcPct val="90000"/>
              </a:lnSpc>
              <a:buNone/>
              <a:defRPr sz="3200" b="1" cap="all" baseline="0">
                <a:solidFill>
                  <a:schemeClr val="tx1"/>
                </a:solidFill>
                <a:latin typeface="+mj-lt"/>
              </a:defRPr>
            </a:lvl2pPr>
            <a:lvl3pPr marL="457200" indent="0">
              <a:lnSpc>
                <a:spcPct val="90000"/>
              </a:lnSpc>
              <a:buNone/>
              <a:defRPr sz="3200" b="1" cap="all" baseline="0">
                <a:solidFill>
                  <a:schemeClr val="tx1"/>
                </a:solidFill>
                <a:latin typeface="+mj-lt"/>
              </a:defRPr>
            </a:lvl3pPr>
            <a:lvl4pPr marL="685800" indent="0">
              <a:lnSpc>
                <a:spcPct val="90000"/>
              </a:lnSpc>
              <a:buNone/>
              <a:defRPr sz="3200" b="1" cap="all" baseline="0">
                <a:solidFill>
                  <a:schemeClr val="tx1"/>
                </a:solidFill>
                <a:latin typeface="+mj-lt"/>
              </a:defRPr>
            </a:lvl4pPr>
            <a:lvl5pPr marL="914400" indent="0">
              <a:lnSpc>
                <a:spcPct val="90000"/>
              </a:lnSpc>
              <a:buNone/>
              <a:defRPr sz="3200" b="1" cap="all" baseline="0">
                <a:solidFill>
                  <a:schemeClr val="tx1"/>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8196551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CC9AC46E-311C-49B6-8A0E-D2095F2328AF}" type="datetime1">
              <a:rPr lang="en-US" smtClean="0"/>
              <a:t>10/19/2026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371600"/>
            <a:ext cx="10969752" cy="4876800"/>
          </a:xfrm>
        </p:spPr>
        <p:txBody>
          <a:bodyPr anchor="t">
            <a:normAutofit/>
          </a:bodyPr>
          <a:lstStyle>
            <a:lvl1pPr marL="0" indent="0">
              <a:lnSpc>
                <a:spcPct val="90000"/>
              </a:lnSpc>
              <a:buNone/>
              <a:defRPr sz="2400" b="1" cap="all" baseline="0">
                <a:solidFill>
                  <a:schemeClr val="tx1"/>
                </a:solidFill>
                <a:latin typeface="+mj-lt"/>
              </a:defRPr>
            </a:lvl1pPr>
            <a:lvl2pPr marL="228600" indent="0">
              <a:lnSpc>
                <a:spcPct val="90000"/>
              </a:lnSpc>
              <a:buNone/>
              <a:defRPr sz="2400" b="1" cap="all" baseline="0">
                <a:solidFill>
                  <a:schemeClr val="tx1"/>
                </a:solidFill>
                <a:latin typeface="+mj-lt"/>
              </a:defRPr>
            </a:lvl2pPr>
            <a:lvl3pPr marL="457200" indent="0">
              <a:lnSpc>
                <a:spcPct val="90000"/>
              </a:lnSpc>
              <a:buNone/>
              <a:defRPr sz="2400" b="1" cap="all" baseline="0">
                <a:solidFill>
                  <a:schemeClr val="tx1"/>
                </a:solidFill>
                <a:latin typeface="+mj-lt"/>
              </a:defRPr>
            </a:lvl3pPr>
            <a:lvl4pPr marL="685800" indent="0">
              <a:lnSpc>
                <a:spcPct val="90000"/>
              </a:lnSpc>
              <a:buNone/>
              <a:defRPr sz="2400" b="1" cap="all" baseline="0">
                <a:solidFill>
                  <a:schemeClr val="tx1"/>
                </a:solidFill>
                <a:latin typeface="+mj-lt"/>
              </a:defRPr>
            </a:lvl4pPr>
            <a:lvl5pPr marL="914400" indent="0">
              <a:lnSpc>
                <a:spcPct val="90000"/>
              </a:lnSpc>
              <a:buNone/>
              <a:defRPr sz="2400" b="1" cap="all" baseline="0">
                <a:solidFill>
                  <a:schemeClr val="tx1"/>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13674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0C4F10A1-07E0-4636-B3BE-AE66FBE8467A}" type="datetime1">
              <a:rPr lang="en-US" smtClean="0"/>
              <a:t>10/19/2026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371600"/>
            <a:ext cx="10969752" cy="4876800"/>
          </a:xfrm>
        </p:spPr>
        <p:txBody>
          <a:bodyPr anchor="t">
            <a:normAutofit/>
          </a:bodyPr>
          <a:lstStyle>
            <a:lvl1pPr marL="0" indent="0" algn="ctr">
              <a:lnSpc>
                <a:spcPct val="90000"/>
              </a:lnSpc>
              <a:buNone/>
              <a:defRPr sz="3600" b="1" cap="all" baseline="0">
                <a:solidFill>
                  <a:schemeClr val="tx1"/>
                </a:solidFill>
                <a:latin typeface="+mj-lt"/>
              </a:defRPr>
            </a:lvl1pPr>
            <a:lvl2pPr marL="228600" indent="0" algn="ctr">
              <a:lnSpc>
                <a:spcPct val="90000"/>
              </a:lnSpc>
              <a:buNone/>
              <a:defRPr sz="3600" b="1" cap="all" baseline="0">
                <a:solidFill>
                  <a:schemeClr val="tx1"/>
                </a:solidFill>
                <a:latin typeface="+mj-lt"/>
              </a:defRPr>
            </a:lvl2pPr>
            <a:lvl3pPr marL="457200" indent="0" algn="ctr">
              <a:lnSpc>
                <a:spcPct val="90000"/>
              </a:lnSpc>
              <a:buNone/>
              <a:defRPr sz="3600" b="1" cap="all" baseline="0">
                <a:solidFill>
                  <a:schemeClr val="tx1"/>
                </a:solidFill>
                <a:latin typeface="+mj-lt"/>
              </a:defRPr>
            </a:lvl3pPr>
            <a:lvl4pPr marL="685800" indent="0" algn="ctr">
              <a:lnSpc>
                <a:spcPct val="90000"/>
              </a:lnSpc>
              <a:buNone/>
              <a:defRPr sz="3600" b="1" cap="all" baseline="0">
                <a:solidFill>
                  <a:schemeClr val="tx1"/>
                </a:solidFill>
                <a:latin typeface="+mj-lt"/>
              </a:defRPr>
            </a:lvl4pPr>
            <a:lvl5pPr marL="914400" indent="0" algn="ctr">
              <a:lnSpc>
                <a:spcPct val="90000"/>
              </a:lnSpc>
              <a:buNone/>
              <a:defRPr sz="3600" b="1" cap="all" baseline="0">
                <a:solidFill>
                  <a:schemeClr val="tx1"/>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1363139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09600" y="5572631"/>
            <a:ext cx="10966704" cy="640080"/>
          </a:xfrm>
        </p:spPr>
        <p:txBody>
          <a:bodyPr anchor="b">
            <a:normAutofit/>
          </a:bodyPr>
          <a:lstStyle>
            <a:lvl1pPr>
              <a:lnSpc>
                <a:spcPct val="120000"/>
              </a:lnSpc>
              <a:defRPr sz="2400"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latin typeface="+mn-lt"/>
              </a:defRPr>
            </a:lvl1pPr>
          </a:lstStyle>
          <a:p>
            <a:fld id="{567E4DBA-3642-44F7-A1E0-3D9BCA1A53C6}" type="datetime1">
              <a:rPr lang="en-US" smtClean="0"/>
              <a:t>10/19/2026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latin typeface="+mn-lt"/>
              </a:defRPr>
            </a:lvl1p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latin typeface="+mn-lt"/>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09600" y="1371600"/>
            <a:ext cx="10966704" cy="3806142"/>
          </a:xfrm>
        </p:spPr>
        <p:txBody>
          <a:bodyPr anchor="t">
            <a:normAutofit/>
          </a:bodyPr>
          <a:lstStyle>
            <a:lvl1pPr marL="164592" indent="-164592">
              <a:lnSpc>
                <a:spcPct val="100000"/>
              </a:lnSpc>
              <a:spcBef>
                <a:spcPts val="0"/>
              </a:spcBef>
              <a:buNone/>
              <a:defRPr sz="3200">
                <a:latin typeface="+mj-lt"/>
              </a:defRPr>
            </a:lvl1pPr>
          </a:lstStyle>
          <a:p>
            <a:pPr lvl="0"/>
            <a:r>
              <a:rPr lang="en-US"/>
              <a:t>Click to add Quote</a:t>
            </a:r>
          </a:p>
        </p:txBody>
      </p:sp>
    </p:spTree>
    <p:extLst>
      <p:ext uri="{BB962C8B-B14F-4D97-AF65-F5344CB8AC3E}">
        <p14:creationId xmlns:p14="http://schemas.microsoft.com/office/powerpoint/2010/main" val="41656540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524000" y="5561790"/>
            <a:ext cx="9137903" cy="686610"/>
          </a:xfrm>
        </p:spPr>
        <p:txBody>
          <a:bodyPr anchor="b">
            <a:normAutofit/>
          </a:bodyPr>
          <a:lstStyle>
            <a:lvl1pPr algn="r">
              <a:lnSpc>
                <a:spcPct val="120000"/>
              </a:lnSpc>
              <a:defRPr sz="2400"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latin typeface="+mn-lt"/>
              </a:defRPr>
            </a:lvl1pPr>
          </a:lstStyle>
          <a:p>
            <a:fld id="{5F8CD485-684D-4C35-BDF2-D991DF8FFCA1}" type="datetime1">
              <a:rPr lang="en-US" smtClean="0"/>
              <a:t>10/19/2026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latin typeface="+mn-lt"/>
              </a:defRPr>
            </a:lvl1p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latin typeface="+mn-lt"/>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524000" y="1371600"/>
            <a:ext cx="9144000" cy="3806142"/>
          </a:xfrm>
        </p:spPr>
        <p:txBody>
          <a:bodyPr anchor="ctr">
            <a:normAutofit/>
          </a:bodyPr>
          <a:lstStyle>
            <a:lvl1pPr marL="164592" indent="-164592">
              <a:lnSpc>
                <a:spcPct val="100000"/>
              </a:lnSpc>
              <a:spcBef>
                <a:spcPts val="0"/>
              </a:spcBef>
              <a:buNone/>
              <a:defRPr sz="3200">
                <a:solidFill>
                  <a:schemeClr val="tx1"/>
                </a:solidFill>
                <a:latin typeface="+mj-lt"/>
              </a:defRPr>
            </a:lvl1pPr>
          </a:lstStyle>
          <a:p>
            <a:pPr lvl="0"/>
            <a:r>
              <a:rPr lang="en-US"/>
              <a:t>Click to add Quote</a:t>
            </a:r>
          </a:p>
        </p:txBody>
      </p:sp>
    </p:spTree>
    <p:extLst>
      <p:ext uri="{BB962C8B-B14F-4D97-AF65-F5344CB8AC3E}">
        <p14:creationId xmlns:p14="http://schemas.microsoft.com/office/powerpoint/2010/main" val="99076297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5561790"/>
            <a:ext cx="5954436" cy="686610"/>
          </a:xfrm>
        </p:spPr>
        <p:txBody>
          <a:bodyPr anchor="b">
            <a:normAutofit/>
          </a:bodyPr>
          <a:lstStyle>
            <a:lvl1pPr algn="r">
              <a:lnSpc>
                <a:spcPct val="120000"/>
              </a:lnSpc>
              <a:defRPr sz="2000" b="1"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latin typeface="+mn-lt"/>
              </a:defRPr>
            </a:lvl1pPr>
          </a:lstStyle>
          <a:p>
            <a:fld id="{3CE2A531-A855-4FC2-83C9-7F8A2FC0A7A9}" type="datetime1">
              <a:rPr lang="en-US" smtClean="0"/>
              <a:t>10/19/2026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latin typeface="+mn-lt"/>
              </a:defRPr>
            </a:lvl1p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latin typeface="+mn-lt"/>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524000" y="1388534"/>
            <a:ext cx="9137904" cy="3789208"/>
          </a:xfrm>
        </p:spPr>
        <p:txBody>
          <a:bodyPr anchor="t">
            <a:normAutofit/>
          </a:bodyPr>
          <a:lstStyle>
            <a:lvl1pPr marL="164592" indent="-164592">
              <a:lnSpc>
                <a:spcPct val="110000"/>
              </a:lnSpc>
              <a:spcBef>
                <a:spcPts val="0"/>
              </a:spcBef>
              <a:buNone/>
              <a:defRPr sz="3200" b="1" i="0" cap="all" baseline="0">
                <a:latin typeface="+mj-lt"/>
              </a:defRPr>
            </a:lvl1pPr>
          </a:lstStyle>
          <a:p>
            <a:pPr lvl="0"/>
            <a:r>
              <a:rPr lang="en-US"/>
              <a:t>Click to add Quote</a:t>
            </a:r>
          </a:p>
        </p:txBody>
      </p:sp>
    </p:spTree>
    <p:extLst>
      <p:ext uri="{BB962C8B-B14F-4D97-AF65-F5344CB8AC3E}">
        <p14:creationId xmlns:p14="http://schemas.microsoft.com/office/powerpoint/2010/main" val="365398540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0168559-22AF-9500-1ED0-9B034424FC6E}"/>
              </a:ext>
            </a:extLst>
          </p:cNvPr>
          <p:cNvSpPr>
            <a:spLocks noGrp="1"/>
          </p:cNvSpPr>
          <p:nvPr>
            <p:ph type="title"/>
          </p:nvPr>
        </p:nvSpPr>
        <p:spPr>
          <a:xfrm>
            <a:off x="612648" y="1371600"/>
            <a:ext cx="10969752" cy="745558"/>
          </a:xfrm>
        </p:spPr>
        <p:txBody>
          <a:bodyPr anchor="t"/>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F101B9D-4D4C-40F1-8133-7CADC817E0C1}" type="datetime1">
              <a:rPr lang="en-US" smtClean="0"/>
              <a:t>10/19/2026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17648" y="322731"/>
            <a:ext cx="7150608" cy="286869"/>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09600" y="2501207"/>
            <a:ext cx="5289973" cy="37471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86331" y="2501206"/>
            <a:ext cx="5289973" cy="3747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801282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80CBD81-BF35-3FFE-84F1-E86AACCAD69D}"/>
              </a:ext>
            </a:extLst>
          </p:cNvPr>
          <p:cNvSpPr>
            <a:spLocks noGrp="1"/>
          </p:cNvSpPr>
          <p:nvPr>
            <p:ph type="title"/>
          </p:nvPr>
        </p:nvSpPr>
        <p:spPr>
          <a:xfrm>
            <a:off x="609600" y="1371600"/>
            <a:ext cx="10745788" cy="745558"/>
          </a:xfrm>
        </p:spPr>
        <p:txBody>
          <a:bodyPr anchor="t"/>
          <a:lstStyle/>
          <a:p>
            <a:r>
              <a:rPr lang="en-US"/>
              <a:t>Click to edit Master title style</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5FF4366-C1D4-4687-A56C-18AD97870CFF}" type="datetime1">
              <a:rPr lang="en-US" smtClean="0"/>
              <a:t>10/19/2026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2255322"/>
            <a:ext cx="5289972" cy="554724"/>
          </a:xfr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948211"/>
            <a:ext cx="5289972" cy="33001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330" y="2255322"/>
            <a:ext cx="5289974" cy="554724"/>
          </a:xfr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948211"/>
            <a:ext cx="5302568" cy="33001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546816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1371600"/>
            <a:ext cx="10963656" cy="745558"/>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F5260159-51DF-49CB-B647-76DC93F9005D}" type="datetime1">
              <a:rPr lang="en-US" smtClean="0"/>
              <a:t>10/19/2026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94014749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D90B478A-2183-4725-BFFE-F5022B99B7BE}" type="datetime1">
              <a:rPr lang="en-US" smtClean="0"/>
              <a:t>10/19/2026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12735056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7" y="1371600"/>
            <a:ext cx="3801195" cy="1219200"/>
          </a:xfrm>
        </p:spPr>
        <p:txBody>
          <a:bodyPr anchor="t">
            <a:normAutofit/>
          </a:bodyPr>
          <a:lstStyle>
            <a:lvl1pPr>
              <a:defRPr sz="2400"/>
            </a:lvl1pPr>
          </a:lstStyle>
          <a:p>
            <a:r>
              <a:rPr lang="en-US"/>
              <a:t>Click to edit Master title style</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D9407116-79D5-4961-A943-953BCFEA97DD}" type="datetime1">
              <a:rPr lang="en-US" smtClean="0"/>
              <a:t>10/19/2026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7" y="2974848"/>
            <a:ext cx="3801195" cy="3273552"/>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00600" y="1371600"/>
            <a:ext cx="6774366" cy="4876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6589787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1371600"/>
            <a:ext cx="3595634" cy="3124200"/>
          </a:xfrm>
        </p:spPr>
        <p:txBody>
          <a:bodyPr anchor="b">
            <a:normAutofit/>
          </a:bodyPr>
          <a:lstStyle>
            <a:lvl1pPr>
              <a:defRPr sz="2400"/>
            </a:lvl1pPr>
          </a:lstStyle>
          <a:p>
            <a:r>
              <a:rPr lang="en-US"/>
              <a:t>Click to edit Master title style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DF55BE2D-D64B-4B05-B6D8-FA0500749FF9}" type="datetime1">
              <a:rPr lang="en-US" smtClean="0"/>
              <a:t>10/19/2026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4800600"/>
            <a:ext cx="3595634" cy="1460174"/>
          </a:xfrm>
        </p:spPr>
        <p:txBody>
          <a:bodyPr anchor="b"/>
          <a:lstStyle>
            <a:lvl1pPr marL="0" indent="0">
              <a:spcBef>
                <a:spcPts val="0"/>
              </a:spcBef>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584991" y="1371600"/>
            <a:ext cx="6997410" cy="4876800"/>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Tree>
    <p:extLst>
      <p:ext uri="{BB962C8B-B14F-4D97-AF65-F5344CB8AC3E}">
        <p14:creationId xmlns:p14="http://schemas.microsoft.com/office/powerpoint/2010/main" val="366379863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371600"/>
            <a:ext cx="10972800" cy="1865376"/>
          </a:xfrm>
        </p:spPr>
        <p:txBody>
          <a:bodyPr anchor="b">
            <a:normAutofit/>
          </a:bodyPr>
          <a:lstStyle>
            <a:lvl1pPr>
              <a:defRPr sz="32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ABD5A60-72B7-4332-B4B3-40B2CC6142CE}" type="datetime1">
              <a:rPr lang="en-US" smtClean="0"/>
              <a:t>10/19/2026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a:solidFill>
                <a:schemeClr val="tx1"/>
              </a:solidFill>
            </a:endParaRP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621024"/>
            <a:ext cx="10972800" cy="2627376"/>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1044907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t">
            <a:noAutofit/>
          </a:bodyPr>
          <a:lstStyle>
            <a:lvl1pPr>
              <a:defRPr sz="32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DE2B004-0AA0-4203-BDB3-16A698CB99F9}" type="datetime1">
              <a:rPr lang="en-US" smtClean="0"/>
              <a:t>10/19/2026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a:solidFill>
                <a:schemeClr val="tx1"/>
              </a:solidFill>
            </a:endParaRP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870748"/>
            <a:ext cx="8430639" cy="1608008"/>
          </a:xfrm>
        </p:spPr>
        <p:txBody>
          <a:bodyPr>
            <a:normAutofit/>
          </a:bodyPr>
          <a:lstStyle>
            <a:lvl1pPr marL="0" indent="0">
              <a:buNone/>
              <a:defRPr sz="1400">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912705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09600" y="1381760"/>
            <a:ext cx="10972799" cy="7354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09600" y="2501206"/>
            <a:ext cx="10966703" cy="372240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09600" y="322731"/>
            <a:ext cx="914400" cy="286869"/>
          </a:xfrm>
          <a:prstGeom prst="rect">
            <a:avLst/>
          </a:prstGeom>
        </p:spPr>
        <p:txBody>
          <a:bodyPr vert="horz" lIns="91440" tIns="45720" rIns="91440" bIns="45720" rtlCol="0" anchor="ctr"/>
          <a:lstStyle>
            <a:lvl1pPr algn="l" rtl="0">
              <a:defRPr sz="1000" b="0" i="0" cap="all" baseline="0">
                <a:solidFill>
                  <a:schemeClr val="tx1"/>
                </a:solidFill>
                <a:latin typeface="+mn-lt"/>
              </a:defRPr>
            </a:lvl1pPr>
          </a:lstStyle>
          <a:p>
            <a:fld id="{135AEAE7-3C36-4273-AC18-E54349BDD515}" type="datetime1">
              <a:rPr lang="en-US" smtClean="0"/>
              <a:t>10/19/2026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2517648" y="322731"/>
            <a:ext cx="7150608" cy="286869"/>
          </a:xfrm>
          <a:prstGeom prst="rect">
            <a:avLst/>
          </a:prstGeom>
        </p:spPr>
        <p:txBody>
          <a:bodyPr vert="horz" lIns="91440" tIns="45720" rIns="91440" bIns="45720" rtlCol="0" anchor="ctr"/>
          <a:lstStyle>
            <a:lvl1pPr algn="ctr" rtl="0">
              <a:defRPr sz="1000" b="0" i="0" cap="all" baseline="0">
                <a:solidFill>
                  <a:schemeClr val="tx1"/>
                </a:solidFill>
                <a:latin typeface="+mn-lt"/>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0661904" y="322731"/>
            <a:ext cx="914400" cy="286869"/>
          </a:xfrm>
          <a:prstGeom prst="rect">
            <a:avLst/>
          </a:prstGeom>
        </p:spPr>
        <p:txBody>
          <a:bodyPr vert="horz" lIns="91440" tIns="45720" rIns="91440" bIns="45720" rtlCol="0" anchor="ctr"/>
          <a:lstStyle>
            <a:lvl1pPr algn="r" rtl="0">
              <a:defRPr sz="1000" b="0" i="0" cap="all"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35085557"/>
      </p:ext>
    </p:extLst>
  </p:cSld>
  <p:clrMap bg1="dk1" tx1="lt1" bg2="dk2" tx2="lt2" accent1="accent1" accent2="accent2" accent3="accent3" accent4="accent4" accent5="accent5" accent6="accent6" hlink="hlink" folHlink="folHlink"/>
  <p:sldLayoutIdLst>
    <p:sldLayoutId id="2147483947" r:id="rId1"/>
    <p:sldLayoutId id="2147483894" r:id="rId2"/>
    <p:sldLayoutId id="2147483893"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 id="2147483903" r:id="rId12"/>
    <p:sldLayoutId id="2147483948" r:id="rId13"/>
    <p:sldLayoutId id="2147483904" r:id="rId14"/>
    <p:sldLayoutId id="2147483905" r:id="rId15"/>
    <p:sldLayoutId id="2147483906" r:id="rId16"/>
    <p:sldLayoutId id="2147483907" r:id="rId17"/>
    <p:sldLayoutId id="2147483908" r:id="rId18"/>
    <p:sldLayoutId id="2147483951" r:id="rId19"/>
    <p:sldLayoutId id="2147483909" r:id="rId20"/>
    <p:sldLayoutId id="2147483910" r:id="rId21"/>
    <p:sldLayoutId id="2147483911" r:id="rId22"/>
    <p:sldLayoutId id="2147483912" r:id="rId23"/>
    <p:sldLayoutId id="2147483913" r:id="rId24"/>
    <p:sldLayoutId id="2147483914" r:id="rId25"/>
    <p:sldLayoutId id="2147483915" r:id="rId26"/>
    <p:sldLayoutId id="2147483916" r:id="rId27"/>
    <p:sldLayoutId id="2147483917" r:id="rId28"/>
    <p:sldLayoutId id="2147483918" r:id="rId29"/>
    <p:sldLayoutId id="2147483919" r:id="rId30"/>
    <p:sldLayoutId id="2147483920" r:id="rId31"/>
    <p:sldLayoutId id="2147483921" r:id="rId32"/>
    <p:sldLayoutId id="2147483922" r:id="rId33"/>
    <p:sldLayoutId id="2147483923" r:id="rId34"/>
    <p:sldLayoutId id="2147483924" r:id="rId35"/>
    <p:sldLayoutId id="2147483925" r:id="rId36"/>
    <p:sldLayoutId id="2147483926" r:id="rId37"/>
    <p:sldLayoutId id="2147483949" r:id="rId38"/>
    <p:sldLayoutId id="2147483950" r:id="rId39"/>
    <p:sldLayoutId id="2147483927" r:id="rId40"/>
    <p:sldLayoutId id="2147483928" r:id="rId41"/>
    <p:sldLayoutId id="2147483929" r:id="rId42"/>
    <p:sldLayoutId id="2147483931" r:id="rId43"/>
    <p:sldLayoutId id="2147483932" r:id="rId44"/>
    <p:sldLayoutId id="2147483952" r:id="rId45"/>
    <p:sldLayoutId id="2147483936" r:id="rId46"/>
    <p:sldLayoutId id="2147483937" r:id="rId47"/>
    <p:sldLayoutId id="2147483938" r:id="rId48"/>
    <p:sldLayoutId id="2147483939" r:id="rId49"/>
    <p:sldLayoutId id="2147483940" r:id="rId50"/>
    <p:sldLayoutId id="2147483941" r:id="rId51"/>
    <p:sldLayoutId id="2147483942" r:id="rId52"/>
    <p:sldLayoutId id="2147483943" r:id="rId53"/>
    <p:sldLayoutId id="2147483944" r:id="rId54"/>
    <p:sldLayoutId id="2147483945" r:id="rId55"/>
    <p:sldLayoutId id="2147483946" r:id="rId56"/>
  </p:sldLayoutIdLst>
  <p:hf sldNum="0" hdr="0" ftr="0" dt="0"/>
  <p:txStyles>
    <p:titleStyle>
      <a:lvl1pPr algn="l" defTabSz="914400" rtl="0" eaLnBrk="1" latinLnBrk="0" hangingPunct="1">
        <a:lnSpc>
          <a:spcPct val="80000"/>
        </a:lnSpc>
        <a:spcBef>
          <a:spcPct val="0"/>
        </a:spcBef>
        <a:buNone/>
        <a:defRPr sz="2400" b="1" i="0" kern="1200" cap="all" spc="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cap="none" baseline="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cap="none" baseline="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cap="none" baseline="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cap="none" baseline="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cap="none"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5" pos="7296" userDrawn="1">
          <p15:clr>
            <a:srgbClr val="F26B43"/>
          </p15:clr>
        </p15:guide>
        <p15:guide id="26" pos="384" userDrawn="1">
          <p15:clr>
            <a:srgbClr val="F26B43"/>
          </p15:clr>
        </p15:guide>
        <p15:guide id="27" orient="horz" pos="192" userDrawn="1">
          <p15:clr>
            <a:srgbClr val="F26B43"/>
          </p15:clr>
        </p15:guide>
        <p15:guide id="28" orient="horz" pos="3936" userDrawn="1">
          <p15:clr>
            <a:srgbClr val="F26B43"/>
          </p15:clr>
        </p15:guide>
        <p15:guide id="29" orient="horz" pos="384" userDrawn="1">
          <p15:clr>
            <a:srgbClr val="F26B43"/>
          </p15:clr>
        </p15:guide>
        <p15:guide id="30" orient="horz" pos="4128" userDrawn="1">
          <p15:clr>
            <a:srgbClr val="F26B43"/>
          </p15:clr>
        </p15:guide>
        <p15:guide id="31" orient="horz" pos="864" userDrawn="1">
          <p15:clr>
            <a:srgbClr val="F26B43"/>
          </p15:clr>
        </p15:guide>
        <p15:guide id="32" pos="6720" userDrawn="1">
          <p15:clr>
            <a:srgbClr val="F26B43"/>
          </p15:clr>
        </p15:guide>
        <p15:guide id="33" pos="6096" userDrawn="1">
          <p15:clr>
            <a:srgbClr val="F26B43"/>
          </p15:clr>
        </p15:guide>
        <p15:guide id="34" pos="960" userDrawn="1">
          <p15:clr>
            <a:srgbClr val="F26B43"/>
          </p15:clr>
        </p15:guide>
        <p15:guide id="35" pos="158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0.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0.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36.xml"/><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9.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32.xml"/><Relationship Id="rId4" Type="http://schemas.openxmlformats.org/officeDocument/2006/relationships/image" Target="../media/image5.jpe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hyperlink" Target="https://doi.org/10.1109/MCOM.001.1900411" TargetMode="External"/><Relationship Id="rId3" Type="http://schemas.openxmlformats.org/officeDocument/2006/relationships/hyperlink" Target="https://doi.org/10.1109/MNET.001.1900092" TargetMode="External"/><Relationship Id="rId7" Type="http://schemas.openxmlformats.org/officeDocument/2006/relationships/hyperlink" Target="https://doi.org/10.1109/MCOM.2019.1900271" TargetMode="External"/><Relationship Id="rId2" Type="http://schemas.openxmlformats.org/officeDocument/2006/relationships/notesSlide" Target="../notesSlides/notesSlide11.xml"/><Relationship Id="rId1" Type="http://schemas.openxmlformats.org/officeDocument/2006/relationships/slideLayout" Target="../slideLayouts/slideLayout38.xml"/><Relationship Id="rId6" Type="http://schemas.openxmlformats.org/officeDocument/2006/relationships/hyperlink" Target="https://doi.org/10.1109/JPROC.2021.3061701" TargetMode="External"/><Relationship Id="rId11" Type="http://schemas.openxmlformats.org/officeDocument/2006/relationships/hyperlink" Target="https://doi.org/10.1109/MNET.2012.6246754" TargetMode="External"/><Relationship Id="rId5" Type="http://schemas.openxmlformats.org/officeDocument/2006/relationships/hyperlink" Target="https://doi.org/10.1109/COMST.2024.3400011" TargetMode="External"/><Relationship Id="rId10" Type="http://schemas.openxmlformats.org/officeDocument/2006/relationships/hyperlink" Target="https://doi.org/10.1109/ACCESS.2020.3022291" TargetMode="External"/><Relationship Id="rId4" Type="http://schemas.openxmlformats.org/officeDocument/2006/relationships/hyperlink" Target="https://doi.org/10.1109/ACCESS.2019.2925010" TargetMode="External"/><Relationship Id="rId9" Type="http://schemas.openxmlformats.org/officeDocument/2006/relationships/hyperlink" Target="https://doi.org/10.3390/s2406188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E835F-BBCE-C802-8030-3C0AF480421C}"/>
              </a:ext>
            </a:extLst>
          </p:cNvPr>
          <p:cNvSpPr>
            <a:spLocks noGrp="1"/>
          </p:cNvSpPr>
          <p:nvPr>
            <p:ph type="ctrTitle"/>
          </p:nvPr>
        </p:nvSpPr>
        <p:spPr>
          <a:xfrm>
            <a:off x="609600" y="606196"/>
            <a:ext cx="6324600" cy="1298804"/>
          </a:xfrm>
        </p:spPr>
        <p:txBody>
          <a:bodyPr>
            <a:normAutofit fontScale="90000"/>
          </a:bodyPr>
          <a:lstStyle/>
          <a:p>
            <a:r>
              <a:rPr lang="en-US" sz="2700"/>
              <a:t>Networks of </a:t>
            </a:r>
            <a:br>
              <a:rPr lang="en-US" sz="2700"/>
            </a:br>
            <a:br>
              <a:rPr lang="en-US" sz="1200"/>
            </a:br>
            <a:r>
              <a:rPr lang="en-US" sz="8000"/>
              <a:t>the future</a:t>
            </a:r>
          </a:p>
        </p:txBody>
      </p:sp>
      <p:pic>
        <p:nvPicPr>
          <p:cNvPr id="6" name="Picture Placeholder 5" descr="A close up of a metal structure">
            <a:extLst>
              <a:ext uri="{FF2B5EF4-FFF2-40B4-BE49-F238E27FC236}">
                <a16:creationId xmlns:a16="http://schemas.microsoft.com/office/drawing/2014/main" id="{13A19CA2-4E17-059E-72FF-341898B950B2}"/>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21878" b="21878"/>
          <a:stretch/>
        </p:blipFill>
        <p:spPr>
          <a:xfrm>
            <a:off x="609600" y="2132520"/>
            <a:ext cx="10972800" cy="4115880"/>
          </a:xfrm>
        </p:spPr>
      </p:pic>
    </p:spTree>
    <p:extLst>
      <p:ext uri="{BB962C8B-B14F-4D97-AF65-F5344CB8AC3E}">
        <p14:creationId xmlns:p14="http://schemas.microsoft.com/office/powerpoint/2010/main" val="884987792"/>
      </p:ext>
    </p:extLst>
  </p:cSld>
  <p:clrMapOvr>
    <a:masterClrMapping/>
  </p:clrMapOvr>
  <mc:AlternateContent xmlns:mc="http://schemas.openxmlformats.org/markup-compatibility/2006">
    <mc:Choice xmlns:p14="http://schemas.microsoft.com/office/powerpoint/2010/main" Requires="p14">
      <p:transition spd="slow" p14:dur="2000" advTm="20540"/>
    </mc:Choice>
    <mc:Fallback>
      <p:transition spd="slow" advTm="2054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16BBD-9809-286E-A28C-9EB38E9F5122}"/>
              </a:ext>
            </a:extLst>
          </p:cNvPr>
          <p:cNvSpPr>
            <a:spLocks noGrp="1"/>
          </p:cNvSpPr>
          <p:nvPr>
            <p:ph type="title"/>
          </p:nvPr>
        </p:nvSpPr>
        <p:spPr/>
        <p:txBody>
          <a:bodyPr>
            <a:normAutofit/>
          </a:bodyPr>
          <a:lstStyle/>
          <a:p>
            <a:pPr algn="ctr"/>
            <a:r>
              <a:rPr lang="en-US" sz="3200"/>
              <a:t>Today’s Network</a:t>
            </a:r>
          </a:p>
        </p:txBody>
      </p:sp>
      <p:sp>
        <p:nvSpPr>
          <p:cNvPr id="4" name="Content Placeholder 3">
            <a:extLst>
              <a:ext uri="{FF2B5EF4-FFF2-40B4-BE49-F238E27FC236}">
                <a16:creationId xmlns:a16="http://schemas.microsoft.com/office/drawing/2014/main" id="{06136180-B710-6282-616B-C9ED24566CE8}"/>
              </a:ext>
            </a:extLst>
          </p:cNvPr>
          <p:cNvSpPr>
            <a:spLocks noGrp="1"/>
          </p:cNvSpPr>
          <p:nvPr>
            <p:ph sz="quarter" idx="15"/>
          </p:nvPr>
        </p:nvSpPr>
        <p:spPr>
          <a:xfrm>
            <a:off x="609600" y="2117158"/>
            <a:ext cx="5289972" cy="4131243"/>
          </a:xfrm>
        </p:spPr>
        <p:txBody>
          <a:bodyPr/>
          <a:lstStyle/>
          <a:p>
            <a:r>
              <a:rPr lang="en-US"/>
              <a:t>Queuing delay</a:t>
            </a:r>
          </a:p>
          <a:p>
            <a:pPr lvl="1"/>
            <a:r>
              <a:rPr lang="en-US"/>
              <a:t>Delays to the arrival of the packets on account of network congestion</a:t>
            </a:r>
          </a:p>
          <a:p>
            <a:r>
              <a:rPr lang="en-US"/>
              <a:t>Transmission delay</a:t>
            </a:r>
          </a:p>
          <a:p>
            <a:pPr lvl="1"/>
            <a:r>
              <a:rPr lang="en-US"/>
              <a:t>A delay caused by a first come, first serve system, where it has to wait its turn in order to transmit itself</a:t>
            </a:r>
          </a:p>
          <a:p>
            <a:r>
              <a:rPr lang="en-US"/>
              <a:t>Packet loss</a:t>
            </a:r>
          </a:p>
          <a:p>
            <a:pPr lvl="1"/>
            <a:r>
              <a:rPr lang="en-US"/>
              <a:t>A packet is dropped due to a full buffer</a:t>
            </a:r>
          </a:p>
          <a:p>
            <a:r>
              <a:rPr lang="en-US"/>
              <a:t>Throughput</a:t>
            </a:r>
          </a:p>
          <a:p>
            <a:pPr lvl="1"/>
            <a:r>
              <a:rPr lang="en-US"/>
              <a:t>The amount of data per second that can be transferred. Often constrained, because not every system can handle instantaneous transmission</a:t>
            </a:r>
          </a:p>
        </p:txBody>
      </p:sp>
      <p:sp>
        <p:nvSpPr>
          <p:cNvPr id="6" name="Content Placeholder 5">
            <a:extLst>
              <a:ext uri="{FF2B5EF4-FFF2-40B4-BE49-F238E27FC236}">
                <a16:creationId xmlns:a16="http://schemas.microsoft.com/office/drawing/2014/main" id="{714CD6E6-43B7-C495-35A7-82C27C47136F}"/>
              </a:ext>
            </a:extLst>
          </p:cNvPr>
          <p:cNvSpPr>
            <a:spLocks noGrp="1"/>
          </p:cNvSpPr>
          <p:nvPr>
            <p:ph sz="quarter" idx="16"/>
          </p:nvPr>
        </p:nvSpPr>
        <p:spPr>
          <a:xfrm>
            <a:off x="6279832" y="2117158"/>
            <a:ext cx="5302568" cy="4131243"/>
          </a:xfrm>
        </p:spPr>
        <p:txBody>
          <a:bodyPr/>
          <a:lstStyle/>
          <a:p>
            <a:r>
              <a:rPr lang="en-US"/>
              <a:t>Processing delay</a:t>
            </a:r>
          </a:p>
          <a:p>
            <a:pPr lvl="1"/>
            <a:r>
              <a:rPr lang="en-US"/>
              <a:t>The time it takes to look at a Packet’s header and determine where to send it. May also include looking for bit-level errors</a:t>
            </a:r>
          </a:p>
          <a:p>
            <a:r>
              <a:rPr lang="en-US"/>
              <a:t>Propagation delay</a:t>
            </a:r>
          </a:p>
          <a:p>
            <a:pPr lvl="1"/>
            <a:r>
              <a:rPr lang="en-US"/>
              <a:t>How long it takes the bits to travel through wires, doing so at the speed of light</a:t>
            </a:r>
          </a:p>
          <a:p>
            <a:r>
              <a:rPr lang="en-US"/>
              <a:t>Bottleneck links</a:t>
            </a:r>
          </a:p>
          <a:p>
            <a:pPr lvl="1"/>
            <a:r>
              <a:rPr lang="en-US"/>
              <a:t>A link along the end-to-end paths, and the first to experience congestion loss.</a:t>
            </a:r>
          </a:p>
          <a:p>
            <a:r>
              <a:rPr lang="en-US"/>
              <a:t>Network congestion</a:t>
            </a:r>
          </a:p>
          <a:p>
            <a:pPr lvl="1"/>
            <a:r>
              <a:rPr lang="en-US"/>
              <a:t>The loss of packets and increased delay caused by too much data being sent at too high a rate.</a:t>
            </a:r>
          </a:p>
          <a:p>
            <a:pPr lvl="1"/>
            <a:endParaRPr lang="en-US"/>
          </a:p>
          <a:p>
            <a:pPr lvl="1"/>
            <a:endParaRPr lang="en-US"/>
          </a:p>
        </p:txBody>
      </p:sp>
    </p:spTree>
    <p:extLst>
      <p:ext uri="{BB962C8B-B14F-4D97-AF65-F5344CB8AC3E}">
        <p14:creationId xmlns:p14="http://schemas.microsoft.com/office/powerpoint/2010/main" val="2419178346"/>
      </p:ext>
    </p:extLst>
  </p:cSld>
  <p:clrMapOvr>
    <a:masterClrMapping/>
  </p:clrMapOvr>
  <mc:AlternateContent xmlns:mc="http://schemas.openxmlformats.org/markup-compatibility/2006">
    <mc:Choice xmlns:p14="http://schemas.microsoft.com/office/powerpoint/2010/main" Requires="p14">
      <p:transition spd="slow" p14:dur="2000" advTm="60533"/>
    </mc:Choice>
    <mc:Fallback>
      <p:transition spd="slow" advTm="6053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01038-059B-BF82-B785-7D54B2AC03B3}"/>
              </a:ext>
            </a:extLst>
          </p:cNvPr>
          <p:cNvSpPr>
            <a:spLocks noGrp="1"/>
          </p:cNvSpPr>
          <p:nvPr>
            <p:ph type="ctrTitle"/>
          </p:nvPr>
        </p:nvSpPr>
        <p:spPr>
          <a:xfrm>
            <a:off x="7530569" y="606195"/>
            <a:ext cx="4045735" cy="1146405"/>
          </a:xfrm>
        </p:spPr>
        <p:txBody>
          <a:bodyPr>
            <a:normAutofit/>
          </a:bodyPr>
          <a:lstStyle/>
          <a:p>
            <a:r>
              <a:rPr lang="en-US" sz="2400"/>
              <a:t>Future Improvement:</a:t>
            </a:r>
            <a:br>
              <a:rPr lang="en-US"/>
            </a:br>
            <a:r>
              <a:rPr lang="en-US" sz="4000"/>
              <a:t>6g</a:t>
            </a:r>
          </a:p>
        </p:txBody>
      </p:sp>
      <p:sp>
        <p:nvSpPr>
          <p:cNvPr id="3" name="Content Placeholder 2">
            <a:extLst>
              <a:ext uri="{FF2B5EF4-FFF2-40B4-BE49-F238E27FC236}">
                <a16:creationId xmlns:a16="http://schemas.microsoft.com/office/drawing/2014/main" id="{C6F73741-CBE8-3BCB-26A4-5A2BAD0CDDDB}"/>
              </a:ext>
            </a:extLst>
          </p:cNvPr>
          <p:cNvSpPr>
            <a:spLocks noGrp="1"/>
          </p:cNvSpPr>
          <p:nvPr>
            <p:ph type="subTitle" idx="1"/>
          </p:nvPr>
        </p:nvSpPr>
        <p:spPr>
          <a:xfrm>
            <a:off x="7530569" y="4870174"/>
            <a:ext cx="3755116" cy="1033669"/>
          </a:xfrm>
        </p:spPr>
        <p:txBody>
          <a:bodyPr anchor="b">
            <a:normAutofit/>
          </a:bodyPr>
          <a:lstStyle/>
          <a:p>
            <a:pPr marL="285750" indent="-285750">
              <a:buFont typeface="Arial" panose="020B0604020202020204" pitchFamily="34" charset="0"/>
              <a:buChar char="•"/>
            </a:pPr>
            <a:r>
              <a:rPr lang="en-US"/>
              <a:t>Throughput</a:t>
            </a:r>
          </a:p>
          <a:p>
            <a:pPr marL="285750" indent="-285750">
              <a:buFont typeface="Arial" panose="020B0604020202020204" pitchFamily="34" charset="0"/>
              <a:buChar char="•"/>
            </a:pPr>
            <a:r>
              <a:rPr lang="en-US"/>
              <a:t>Network Congestion</a:t>
            </a:r>
          </a:p>
        </p:txBody>
      </p:sp>
      <p:pic>
        <p:nvPicPr>
          <p:cNvPr id="6" name="Picture Placeholder 5">
            <a:extLst>
              <a:ext uri="{FF2B5EF4-FFF2-40B4-BE49-F238E27FC236}">
                <a16:creationId xmlns:a16="http://schemas.microsoft.com/office/drawing/2014/main" id="{1ADED078-24CB-1AC9-02F0-A008544435BD}"/>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22646"/>
          <a:stretch>
            <a:fillRect/>
          </a:stretch>
        </p:blipFill>
        <p:spPr>
          <a:xfrm>
            <a:off x="609600" y="609600"/>
            <a:ext cx="6534582" cy="5638800"/>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noFill/>
        </p:spPr>
      </p:pic>
    </p:spTree>
    <p:extLst>
      <p:ext uri="{BB962C8B-B14F-4D97-AF65-F5344CB8AC3E}">
        <p14:creationId xmlns:p14="http://schemas.microsoft.com/office/powerpoint/2010/main" val="1226381431"/>
      </p:ext>
    </p:extLst>
  </p:cSld>
  <p:clrMapOvr>
    <a:masterClrMapping/>
  </p:clrMapOvr>
  <mc:AlternateContent xmlns:mc="http://schemas.openxmlformats.org/markup-compatibility/2006">
    <mc:Choice xmlns:p14="http://schemas.microsoft.com/office/powerpoint/2010/main" Requires="p14">
      <p:transition spd="slow" p14:dur="2000" advTm="25811"/>
    </mc:Choice>
    <mc:Fallback>
      <p:transition spd="slow" advTm="25811"/>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9713BB82-3DFB-9C68-29C4-C77BE52CCA82}"/>
              </a:ext>
            </a:extLst>
          </p:cNvPr>
          <p:cNvSpPr>
            <a:spLocks noGrp="1"/>
          </p:cNvSpPr>
          <p:nvPr>
            <p:ph type="title"/>
          </p:nvPr>
        </p:nvSpPr>
        <p:spPr>
          <a:xfrm>
            <a:off x="612647" y="1371600"/>
            <a:ext cx="10969753" cy="399228"/>
          </a:xfrm>
        </p:spPr>
        <p:txBody>
          <a:bodyPr/>
          <a:lstStyle/>
          <a:p>
            <a:r>
              <a:rPr lang="en-US" dirty="0"/>
              <a:t>Observing the current internet</a:t>
            </a:r>
          </a:p>
        </p:txBody>
      </p:sp>
      <p:pic>
        <p:nvPicPr>
          <p:cNvPr id="6" name="Picture Placeholder 5">
            <a:extLst>
              <a:ext uri="{FF2B5EF4-FFF2-40B4-BE49-F238E27FC236}">
                <a16:creationId xmlns:a16="http://schemas.microsoft.com/office/drawing/2014/main" id="{B96B1FAF-4F1A-4D37-2FDF-A35C9C7D89B8}"/>
              </a:ext>
            </a:extLst>
          </p:cNvPr>
          <p:cNvPicPr>
            <a:picLocks noGrp="1" noChangeAspect="1"/>
          </p:cNvPicPr>
          <p:nvPr>
            <p:ph type="pic" sz="quarter" idx="19"/>
          </p:nvPr>
        </p:nvPicPr>
        <p:blipFill>
          <a:blip r:embed="rId3">
            <a:extLst>
              <a:ext uri="{28A0092B-C50C-407E-A947-70E740481C1C}">
                <a14:useLocalDpi xmlns:a14="http://schemas.microsoft.com/office/drawing/2010/main" val="0"/>
              </a:ext>
            </a:extLst>
          </a:blip>
          <a:srcRect l="-1" r="6606" b="1207"/>
          <a:stretch>
            <a:fillRect/>
          </a:stretch>
        </p:blipFill>
        <p:spPr>
          <a:xfrm>
            <a:off x="612647" y="2154876"/>
            <a:ext cx="7540753" cy="4093524"/>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noFill/>
        </p:spPr>
      </p:pic>
      <p:sp>
        <p:nvSpPr>
          <p:cNvPr id="16" name="Content Placeholder 3">
            <a:extLst>
              <a:ext uri="{FF2B5EF4-FFF2-40B4-BE49-F238E27FC236}">
                <a16:creationId xmlns:a16="http://schemas.microsoft.com/office/drawing/2014/main" id="{073286D2-4E99-EEAC-8537-37C68232F7F9}"/>
              </a:ext>
            </a:extLst>
          </p:cNvPr>
          <p:cNvSpPr>
            <a:spLocks noGrp="1"/>
          </p:cNvSpPr>
          <p:nvPr>
            <p:ph sz="quarter" idx="18"/>
          </p:nvPr>
        </p:nvSpPr>
        <p:spPr>
          <a:xfrm>
            <a:off x="8458200" y="2154876"/>
            <a:ext cx="3124200" cy="4093524"/>
          </a:xfrm>
        </p:spPr>
        <p:txBody>
          <a:bodyPr/>
          <a:lstStyle/>
          <a:p>
            <a:r>
              <a:rPr lang="en-US" i="1" dirty="0"/>
              <a:t>Left &lt;– a ping test run on my own computer, a protocol that measures delay and allows for the guessing of throughput. It routes a Ping Packet  to a destination. Upon arrival, a Pong Packet is echoed back.</a:t>
            </a:r>
          </a:p>
          <a:p>
            <a:r>
              <a:rPr lang="en-US" i="1" dirty="0"/>
              <a:t>With AI-Routing, this could be even faster, and much greener too!</a:t>
            </a:r>
          </a:p>
        </p:txBody>
      </p:sp>
    </p:spTree>
    <p:extLst>
      <p:ext uri="{BB962C8B-B14F-4D97-AF65-F5344CB8AC3E}">
        <p14:creationId xmlns:p14="http://schemas.microsoft.com/office/powerpoint/2010/main" val="3811997279"/>
      </p:ext>
    </p:extLst>
  </p:cSld>
  <p:clrMapOvr>
    <a:masterClrMapping/>
  </p:clrMapOvr>
  <mc:AlternateContent xmlns:mc="http://schemas.openxmlformats.org/markup-compatibility/2006">
    <mc:Choice xmlns:p14="http://schemas.microsoft.com/office/powerpoint/2010/main" Requires="p14">
      <p:transition spd="slow" p14:dur="2000" advTm="69950"/>
    </mc:Choice>
    <mc:Fallback>
      <p:transition spd="slow" advTm="6995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CCCF3-0DAB-BC24-CAE2-0B67FAF4B9F3}"/>
              </a:ext>
            </a:extLst>
          </p:cNvPr>
          <p:cNvSpPr>
            <a:spLocks noGrp="1"/>
          </p:cNvSpPr>
          <p:nvPr>
            <p:ph type="title"/>
          </p:nvPr>
        </p:nvSpPr>
        <p:spPr/>
        <p:txBody>
          <a:bodyPr/>
          <a:lstStyle/>
          <a:p>
            <a:r>
              <a:rPr lang="en-US" dirty="0"/>
              <a:t>AI and the future of network optimization</a:t>
            </a:r>
          </a:p>
        </p:txBody>
      </p:sp>
      <p:sp>
        <p:nvSpPr>
          <p:cNvPr id="3" name="Content Placeholder 2">
            <a:extLst>
              <a:ext uri="{FF2B5EF4-FFF2-40B4-BE49-F238E27FC236}">
                <a16:creationId xmlns:a16="http://schemas.microsoft.com/office/drawing/2014/main" id="{5102983D-39FB-4564-01FE-E96779A344FF}"/>
              </a:ext>
            </a:extLst>
          </p:cNvPr>
          <p:cNvSpPr>
            <a:spLocks noGrp="1"/>
          </p:cNvSpPr>
          <p:nvPr>
            <p:ph sz="quarter" idx="13"/>
          </p:nvPr>
        </p:nvSpPr>
        <p:spPr/>
        <p:txBody>
          <a:bodyPr/>
          <a:lstStyle/>
          <a:p>
            <a:pPr marL="0" indent="0">
              <a:buNone/>
            </a:pPr>
            <a:r>
              <a:rPr lang="en-US" dirty="0"/>
              <a:t>This technology would be found in the network </a:t>
            </a:r>
            <a:r>
              <a:rPr lang="en-US" b="1" dirty="0"/>
              <a:t>Edge.</a:t>
            </a:r>
            <a:endParaRPr lang="en-US" dirty="0"/>
          </a:p>
          <a:p>
            <a:pPr marL="0" indent="0">
              <a:buNone/>
            </a:pPr>
            <a:endParaRPr lang="en-US" dirty="0"/>
          </a:p>
          <a:p>
            <a:pPr marL="0" indent="0">
              <a:buNone/>
            </a:pPr>
            <a:r>
              <a:rPr lang="en-US" dirty="0"/>
              <a:t>Pros</a:t>
            </a:r>
          </a:p>
          <a:p>
            <a:r>
              <a:rPr lang="en-US" dirty="0"/>
              <a:t>Reduce latency in times of congestion</a:t>
            </a:r>
          </a:p>
          <a:p>
            <a:r>
              <a:rPr lang="en-US" dirty="0"/>
              <a:t>Improve security in a robust way</a:t>
            </a:r>
          </a:p>
          <a:p>
            <a:r>
              <a:rPr lang="en-US" dirty="0"/>
              <a:t>Can easily plan around various network traffic patterns</a:t>
            </a:r>
          </a:p>
          <a:p>
            <a:pPr marL="0" indent="0">
              <a:buNone/>
            </a:pPr>
            <a:r>
              <a:rPr lang="en-US" dirty="0"/>
              <a:t>Cons</a:t>
            </a:r>
          </a:p>
          <a:p>
            <a:r>
              <a:rPr lang="en-US" dirty="0"/>
              <a:t>The AI has its </a:t>
            </a:r>
            <a:r>
              <a:rPr lang="en-US" i="1" dirty="0"/>
              <a:t>own</a:t>
            </a:r>
            <a:r>
              <a:rPr lang="en-US" dirty="0"/>
              <a:t> latency</a:t>
            </a:r>
          </a:p>
          <a:p>
            <a:r>
              <a:rPr lang="en-US" dirty="0"/>
              <a:t>It can also be used as a method of attacking networks</a:t>
            </a:r>
          </a:p>
          <a:p>
            <a:r>
              <a:rPr lang="en-US" dirty="0"/>
              <a:t>Will struggle with high levels of noise and irregularities in Network traffic data</a:t>
            </a:r>
          </a:p>
          <a:p>
            <a:pPr lvl="1"/>
            <a:r>
              <a:rPr lang="en-US" dirty="0"/>
              <a:t>Anomalies could negatively impact data</a:t>
            </a:r>
          </a:p>
          <a:p>
            <a:endParaRPr lang="en-US" dirty="0"/>
          </a:p>
          <a:p>
            <a:endParaRPr lang="en-US" dirty="0"/>
          </a:p>
        </p:txBody>
      </p:sp>
    </p:spTree>
    <p:extLst>
      <p:ext uri="{BB962C8B-B14F-4D97-AF65-F5344CB8AC3E}">
        <p14:creationId xmlns:p14="http://schemas.microsoft.com/office/powerpoint/2010/main" val="2618182527"/>
      </p:ext>
    </p:extLst>
  </p:cSld>
  <p:clrMapOvr>
    <a:masterClrMapping/>
  </p:clrMapOvr>
  <mc:AlternateContent xmlns:mc="http://schemas.openxmlformats.org/markup-compatibility/2006">
    <mc:Choice xmlns:p14="http://schemas.microsoft.com/office/powerpoint/2010/main" Requires="p14">
      <p:transition spd="slow" p14:dur="2000" advTm="91365"/>
    </mc:Choice>
    <mc:Fallback>
      <p:transition spd="slow" advTm="91365"/>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C22FD-3B6E-29EF-5739-2A14A635DF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BD9EBC-0F12-2AB3-0EC7-AC9712EEA916}"/>
              </a:ext>
            </a:extLst>
          </p:cNvPr>
          <p:cNvSpPr>
            <a:spLocks noGrp="1"/>
          </p:cNvSpPr>
          <p:nvPr>
            <p:ph type="title"/>
          </p:nvPr>
        </p:nvSpPr>
        <p:spPr>
          <a:xfrm>
            <a:off x="609600" y="1371600"/>
            <a:ext cx="10727473" cy="745558"/>
          </a:xfrm>
        </p:spPr>
        <p:txBody>
          <a:bodyPr>
            <a:normAutofit fontScale="90000"/>
          </a:bodyPr>
          <a:lstStyle/>
          <a:p>
            <a:pPr algn="ctr"/>
            <a:r>
              <a:rPr lang="en-US" sz="3200" dirty="0"/>
              <a:t>Quantum networks </a:t>
            </a:r>
            <a:r>
              <a:rPr lang="en-US" sz="3200" b="0" dirty="0"/>
              <a:t>and quantum-safe networks</a:t>
            </a:r>
          </a:p>
        </p:txBody>
      </p:sp>
      <p:sp>
        <p:nvSpPr>
          <p:cNvPr id="4" name="Content Placeholder 3">
            <a:extLst>
              <a:ext uri="{FF2B5EF4-FFF2-40B4-BE49-F238E27FC236}">
                <a16:creationId xmlns:a16="http://schemas.microsoft.com/office/drawing/2014/main" id="{2139133B-89C5-4BDA-F44B-2FC283C2CC4C}"/>
              </a:ext>
            </a:extLst>
          </p:cNvPr>
          <p:cNvSpPr>
            <a:spLocks noGrp="1"/>
          </p:cNvSpPr>
          <p:nvPr>
            <p:ph sz="quarter" idx="15"/>
          </p:nvPr>
        </p:nvSpPr>
        <p:spPr>
          <a:xfrm>
            <a:off x="609600" y="2117158"/>
            <a:ext cx="5289972" cy="4131243"/>
          </a:xfrm>
        </p:spPr>
        <p:txBody>
          <a:bodyPr/>
          <a:lstStyle/>
          <a:p>
            <a:r>
              <a:rPr lang="en-US" dirty="0"/>
              <a:t>Quantum Communication</a:t>
            </a:r>
          </a:p>
          <a:p>
            <a:pPr lvl="1"/>
            <a:r>
              <a:rPr lang="en-US" dirty="0"/>
              <a:t>Communication with the use of Quantum Mechanics</a:t>
            </a:r>
          </a:p>
          <a:p>
            <a:r>
              <a:rPr lang="en-US" dirty="0"/>
              <a:t>Quantum information</a:t>
            </a:r>
          </a:p>
          <a:p>
            <a:pPr lvl="1"/>
            <a:r>
              <a:rPr lang="en-US" dirty="0"/>
              <a:t>Information on the state of a Quantum system</a:t>
            </a:r>
          </a:p>
          <a:p>
            <a:r>
              <a:rPr lang="en-US" dirty="0"/>
              <a:t>Qubits</a:t>
            </a:r>
          </a:p>
          <a:p>
            <a:pPr lvl="1"/>
            <a:r>
              <a:rPr lang="en-US" dirty="0"/>
              <a:t>A Quantum Bit</a:t>
            </a:r>
          </a:p>
          <a:p>
            <a:r>
              <a:rPr lang="en-US" dirty="0"/>
              <a:t>Photons</a:t>
            </a:r>
          </a:p>
          <a:p>
            <a:pPr lvl="1"/>
            <a:r>
              <a:rPr lang="en-US" dirty="0"/>
              <a:t>Elementary particles used to transmit data</a:t>
            </a:r>
          </a:p>
          <a:p>
            <a:pPr lvl="1"/>
            <a:r>
              <a:rPr lang="en-US" dirty="0"/>
              <a:t>Have been blamed for an odd warp in a 2013 speedrun of Super Mario 64</a:t>
            </a:r>
          </a:p>
        </p:txBody>
      </p:sp>
      <p:sp>
        <p:nvSpPr>
          <p:cNvPr id="6" name="Content Placeholder 5">
            <a:extLst>
              <a:ext uri="{FF2B5EF4-FFF2-40B4-BE49-F238E27FC236}">
                <a16:creationId xmlns:a16="http://schemas.microsoft.com/office/drawing/2014/main" id="{574CB9F8-93BA-E5EC-1273-602466CB8A34}"/>
              </a:ext>
            </a:extLst>
          </p:cNvPr>
          <p:cNvSpPr>
            <a:spLocks noGrp="1"/>
          </p:cNvSpPr>
          <p:nvPr>
            <p:ph sz="quarter" idx="16"/>
          </p:nvPr>
        </p:nvSpPr>
        <p:spPr>
          <a:xfrm>
            <a:off x="6279832" y="2117158"/>
            <a:ext cx="5302568" cy="4131243"/>
          </a:xfrm>
        </p:spPr>
        <p:txBody>
          <a:bodyPr/>
          <a:lstStyle/>
          <a:p>
            <a:r>
              <a:rPr lang="en-US" dirty="0"/>
              <a:t>Quantum Entanglement</a:t>
            </a:r>
          </a:p>
          <a:p>
            <a:pPr lvl="1"/>
            <a:r>
              <a:rPr lang="en-US" dirty="0"/>
              <a:t>A phenomena where two particles become linked, or entangled, regardless of distance.</a:t>
            </a:r>
          </a:p>
          <a:p>
            <a:r>
              <a:rPr lang="en-US" dirty="0"/>
              <a:t>Quantum Repeaters</a:t>
            </a:r>
          </a:p>
          <a:p>
            <a:pPr lvl="1"/>
            <a:r>
              <a:rPr lang="en-US" dirty="0"/>
              <a:t>Keeps particles entangled while teleporting them to where they need to go</a:t>
            </a:r>
          </a:p>
          <a:p>
            <a:r>
              <a:rPr lang="en-US" dirty="0"/>
              <a:t>Quantum Networks</a:t>
            </a:r>
          </a:p>
          <a:p>
            <a:pPr lvl="1"/>
            <a:r>
              <a:rPr lang="en-US" dirty="0"/>
              <a:t>Classical networks instead built with quantum variables and mechanics</a:t>
            </a:r>
          </a:p>
          <a:p>
            <a:r>
              <a:rPr lang="en-US" dirty="0"/>
              <a:t>The “Quantum Internet”</a:t>
            </a:r>
          </a:p>
          <a:p>
            <a:pPr lvl="1"/>
            <a:r>
              <a:rPr lang="en-US" dirty="0"/>
              <a:t>Seen as the “final stage” of the Quantum revolution, able to perform actions not available in the current internet with no clear comparison, such as teleporting data</a:t>
            </a:r>
          </a:p>
          <a:p>
            <a:pPr lvl="1"/>
            <a:endParaRPr lang="en-US" dirty="0"/>
          </a:p>
          <a:p>
            <a:pPr lvl="1"/>
            <a:endParaRPr lang="en-US" dirty="0"/>
          </a:p>
        </p:txBody>
      </p:sp>
    </p:spTree>
    <p:extLst>
      <p:ext uri="{BB962C8B-B14F-4D97-AF65-F5344CB8AC3E}">
        <p14:creationId xmlns:p14="http://schemas.microsoft.com/office/powerpoint/2010/main" val="1160666374"/>
      </p:ext>
    </p:extLst>
  </p:cSld>
  <p:clrMapOvr>
    <a:masterClrMapping/>
  </p:clrMapOvr>
  <mc:AlternateContent xmlns:mc="http://schemas.openxmlformats.org/markup-compatibility/2006">
    <mc:Choice xmlns:p14="http://schemas.microsoft.com/office/powerpoint/2010/main" Requires="p14">
      <p:transition spd="slow" p14:dur="2000" advTm="82118"/>
    </mc:Choice>
    <mc:Fallback>
      <p:transition spd="slow" advTm="82118"/>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5B886-D504-E101-9656-10D740BA7EB5}"/>
              </a:ext>
            </a:extLst>
          </p:cNvPr>
          <p:cNvSpPr>
            <a:spLocks noGrp="1"/>
          </p:cNvSpPr>
          <p:nvPr>
            <p:ph type="title"/>
          </p:nvPr>
        </p:nvSpPr>
        <p:spPr>
          <a:xfrm>
            <a:off x="612647" y="1371600"/>
            <a:ext cx="3801195" cy="1029629"/>
          </a:xfrm>
        </p:spPr>
        <p:txBody>
          <a:bodyPr/>
          <a:lstStyle/>
          <a:p>
            <a:r>
              <a:rPr lang="en-US" b="0" dirty="0"/>
              <a:t>Quantum networks and </a:t>
            </a:r>
            <a:r>
              <a:rPr lang="en-US" dirty="0"/>
              <a:t>quantum-safe networks </a:t>
            </a:r>
            <a:r>
              <a:rPr lang="en-US" b="0" dirty="0"/>
              <a:t>cont.</a:t>
            </a:r>
          </a:p>
        </p:txBody>
      </p:sp>
      <p:sp>
        <p:nvSpPr>
          <p:cNvPr id="3" name="Text Placeholder 2">
            <a:extLst>
              <a:ext uri="{FF2B5EF4-FFF2-40B4-BE49-F238E27FC236}">
                <a16:creationId xmlns:a16="http://schemas.microsoft.com/office/drawing/2014/main" id="{A78D3E00-AD8C-6736-7A68-B3A92552980B}"/>
              </a:ext>
            </a:extLst>
          </p:cNvPr>
          <p:cNvSpPr>
            <a:spLocks noGrp="1"/>
          </p:cNvSpPr>
          <p:nvPr>
            <p:ph type="body" sz="half" idx="2"/>
          </p:nvPr>
        </p:nvSpPr>
        <p:spPr>
          <a:xfrm>
            <a:off x="612647" y="2401229"/>
            <a:ext cx="3801195" cy="3847171"/>
          </a:xfrm>
        </p:spPr>
        <p:txBody>
          <a:bodyPr/>
          <a:lstStyle/>
          <a:p>
            <a:pPr marL="285750" indent="-285750">
              <a:buFont typeface="Arial" panose="020B0604020202020204" pitchFamily="34" charset="0"/>
              <a:buChar char="•"/>
            </a:pPr>
            <a:r>
              <a:rPr lang="en-US" dirty="0"/>
              <a:t>A strong security system must be developed before Quantum networks arrive, as many classical methods would either need to become larger, or would be no longer secure.</a:t>
            </a:r>
          </a:p>
          <a:p>
            <a:pPr marL="285750" indent="-285750">
              <a:buFont typeface="Arial" panose="020B0604020202020204" pitchFamily="34" charset="0"/>
              <a:buChar char="•"/>
            </a:pPr>
            <a:r>
              <a:rPr lang="en-US" dirty="0"/>
              <a:t>Post-Quantum Cryptography (or PQC) is Cryptography that works on both classical and quantum networks</a:t>
            </a:r>
          </a:p>
          <a:p>
            <a:pPr marL="285750" indent="-285750">
              <a:buFont typeface="Arial" panose="020B0604020202020204" pitchFamily="34" charset="0"/>
              <a:buChar char="•"/>
            </a:pPr>
            <a:r>
              <a:rPr lang="en-US" dirty="0"/>
              <a:t>The “backwards compatible” approach taken could secure our current networks, before quantum networking can even be fully implemented.</a:t>
            </a:r>
          </a:p>
        </p:txBody>
      </p:sp>
      <p:graphicFrame>
        <p:nvGraphicFramePr>
          <p:cNvPr id="6" name="Content Placeholder 5">
            <a:extLst>
              <a:ext uri="{FF2B5EF4-FFF2-40B4-BE49-F238E27FC236}">
                <a16:creationId xmlns:a16="http://schemas.microsoft.com/office/drawing/2014/main" id="{919F1FD4-10EE-5E8B-8505-3A2B5C1A19A9}"/>
              </a:ext>
            </a:extLst>
          </p:cNvPr>
          <p:cNvGraphicFramePr>
            <a:graphicFrameLocks noGrp="1"/>
          </p:cNvGraphicFramePr>
          <p:nvPr>
            <p:ph idx="1"/>
            <p:extLst>
              <p:ext uri="{D42A27DB-BD31-4B8C-83A1-F6EECF244321}">
                <p14:modId xmlns:p14="http://schemas.microsoft.com/office/powerpoint/2010/main" val="1409531645"/>
              </p:ext>
            </p:extLst>
          </p:nvPr>
        </p:nvGraphicFramePr>
        <p:xfrm>
          <a:off x="4800600" y="1371600"/>
          <a:ext cx="6773862" cy="4876799"/>
        </p:xfrm>
        <a:graphic>
          <a:graphicData uri="http://schemas.openxmlformats.org/drawingml/2006/table">
            <a:tbl>
              <a:tblPr firstRow="1" bandRow="1">
                <a:tableStyleId>{073A0DAA-6AF3-43AB-8588-CEC1D06C72B9}</a:tableStyleId>
              </a:tblPr>
              <a:tblGrid>
                <a:gridCol w="3386931">
                  <a:extLst>
                    <a:ext uri="{9D8B030D-6E8A-4147-A177-3AD203B41FA5}">
                      <a16:colId xmlns:a16="http://schemas.microsoft.com/office/drawing/2014/main" val="2126486900"/>
                    </a:ext>
                  </a:extLst>
                </a:gridCol>
                <a:gridCol w="3386931">
                  <a:extLst>
                    <a:ext uri="{9D8B030D-6E8A-4147-A177-3AD203B41FA5}">
                      <a16:colId xmlns:a16="http://schemas.microsoft.com/office/drawing/2014/main" val="21643397"/>
                    </a:ext>
                  </a:extLst>
                </a:gridCol>
              </a:tblGrid>
              <a:tr h="495731">
                <a:tc>
                  <a:txBody>
                    <a:bodyPr/>
                    <a:lstStyle/>
                    <a:p>
                      <a:r>
                        <a:rPr lang="en-US" dirty="0"/>
                        <a:t>Classical Network</a:t>
                      </a:r>
                    </a:p>
                  </a:txBody>
                  <a:tcPr>
                    <a:solidFill>
                      <a:schemeClr val="bg1"/>
                    </a:solidFill>
                  </a:tcPr>
                </a:tc>
                <a:tc>
                  <a:txBody>
                    <a:bodyPr/>
                    <a:lstStyle/>
                    <a:p>
                      <a:r>
                        <a:rPr lang="en-US" dirty="0"/>
                        <a:t>Quantum Network</a:t>
                      </a:r>
                    </a:p>
                  </a:txBody>
                  <a:tcPr/>
                </a:tc>
                <a:extLst>
                  <a:ext uri="{0D108BD9-81ED-4DB2-BD59-A6C34878D82A}">
                    <a16:rowId xmlns:a16="http://schemas.microsoft.com/office/drawing/2014/main" val="940206036"/>
                  </a:ext>
                </a:extLst>
              </a:tr>
              <a:tr h="740190">
                <a:tc>
                  <a:txBody>
                    <a:bodyPr/>
                    <a:lstStyle/>
                    <a:p>
                      <a:r>
                        <a:rPr lang="en-US" dirty="0"/>
                        <a:t>Classical bits</a:t>
                      </a:r>
                    </a:p>
                  </a:txBody>
                  <a:tcPr/>
                </a:tc>
                <a:tc>
                  <a:txBody>
                    <a:bodyPr/>
                    <a:lstStyle/>
                    <a:p>
                      <a:r>
                        <a:rPr lang="en-US" dirty="0"/>
                        <a:t>Qubits / quantum states</a:t>
                      </a:r>
                    </a:p>
                  </a:txBody>
                  <a:tcPr/>
                </a:tc>
                <a:extLst>
                  <a:ext uri="{0D108BD9-81ED-4DB2-BD59-A6C34878D82A}">
                    <a16:rowId xmlns:a16="http://schemas.microsoft.com/office/drawing/2014/main" val="2843789914"/>
                  </a:ext>
                </a:extLst>
              </a:tr>
              <a:tr h="740190">
                <a:tc>
                  <a:txBody>
                    <a:bodyPr/>
                    <a:lstStyle/>
                    <a:p>
                      <a:r>
                        <a:rPr lang="en-US" dirty="0"/>
                        <a:t>Traditional Repeaters</a:t>
                      </a:r>
                    </a:p>
                  </a:txBody>
                  <a:tcPr/>
                </a:tc>
                <a:tc>
                  <a:txBody>
                    <a:bodyPr/>
                    <a:lstStyle/>
                    <a:p>
                      <a:r>
                        <a:rPr lang="en-US" dirty="0"/>
                        <a:t>Quantum Repeaters</a:t>
                      </a:r>
                    </a:p>
                  </a:txBody>
                  <a:tcPr/>
                </a:tc>
                <a:extLst>
                  <a:ext uri="{0D108BD9-81ED-4DB2-BD59-A6C34878D82A}">
                    <a16:rowId xmlns:a16="http://schemas.microsoft.com/office/drawing/2014/main" val="2194861391"/>
                  </a:ext>
                </a:extLst>
              </a:tr>
              <a:tr h="882909">
                <a:tc>
                  <a:txBody>
                    <a:bodyPr/>
                    <a:lstStyle/>
                    <a:p>
                      <a:r>
                        <a:rPr lang="en-US" dirty="0"/>
                        <a:t>Packet Copying is possible</a:t>
                      </a:r>
                    </a:p>
                  </a:txBody>
                  <a:tcPr/>
                </a:tc>
                <a:tc>
                  <a:txBody>
                    <a:bodyPr/>
                    <a:lstStyle/>
                    <a:p>
                      <a:r>
                        <a:rPr lang="en-US" dirty="0"/>
                        <a:t>Cloning is more limited due to quantum mechanics</a:t>
                      </a:r>
                    </a:p>
                  </a:txBody>
                  <a:tcPr/>
                </a:tc>
                <a:extLst>
                  <a:ext uri="{0D108BD9-81ED-4DB2-BD59-A6C34878D82A}">
                    <a16:rowId xmlns:a16="http://schemas.microsoft.com/office/drawing/2014/main" val="4221192953"/>
                  </a:ext>
                </a:extLst>
              </a:tr>
              <a:tr h="740190">
                <a:tc>
                  <a:txBody>
                    <a:bodyPr/>
                    <a:lstStyle/>
                    <a:p>
                      <a:r>
                        <a:rPr lang="en-US" dirty="0"/>
                        <a:t>Classical routing concepts</a:t>
                      </a:r>
                    </a:p>
                  </a:txBody>
                  <a:tcPr/>
                </a:tc>
                <a:tc>
                  <a:txBody>
                    <a:bodyPr/>
                    <a:lstStyle/>
                    <a:p>
                      <a:r>
                        <a:rPr lang="en-US" dirty="0"/>
                        <a:t>Makes use of Teleportation</a:t>
                      </a:r>
                    </a:p>
                  </a:txBody>
                  <a:tcPr/>
                </a:tc>
                <a:extLst>
                  <a:ext uri="{0D108BD9-81ED-4DB2-BD59-A6C34878D82A}">
                    <a16:rowId xmlns:a16="http://schemas.microsoft.com/office/drawing/2014/main" val="2008899102"/>
                  </a:ext>
                </a:extLst>
              </a:tr>
              <a:tr h="1277589">
                <a:tc>
                  <a:txBody>
                    <a:bodyPr/>
                    <a:lstStyle/>
                    <a:p>
                      <a:r>
                        <a:rPr lang="en-US" dirty="0"/>
                        <a:t>The current internet’s infrastructure</a:t>
                      </a:r>
                    </a:p>
                  </a:txBody>
                  <a:tcPr/>
                </a:tc>
                <a:tc>
                  <a:txBody>
                    <a:bodyPr/>
                    <a:lstStyle/>
                    <a:p>
                      <a:r>
                        <a:rPr lang="en-US" dirty="0"/>
                        <a:t>An experimental infrastructure that’s recently found some footing.</a:t>
                      </a:r>
                    </a:p>
                  </a:txBody>
                  <a:tcPr/>
                </a:tc>
                <a:extLst>
                  <a:ext uri="{0D108BD9-81ED-4DB2-BD59-A6C34878D82A}">
                    <a16:rowId xmlns:a16="http://schemas.microsoft.com/office/drawing/2014/main" val="528052980"/>
                  </a:ext>
                </a:extLst>
              </a:tr>
            </a:tbl>
          </a:graphicData>
        </a:graphic>
      </p:graphicFrame>
    </p:spTree>
    <p:extLst>
      <p:ext uri="{BB962C8B-B14F-4D97-AF65-F5344CB8AC3E}">
        <p14:creationId xmlns:p14="http://schemas.microsoft.com/office/powerpoint/2010/main" val="4284474772"/>
      </p:ext>
    </p:extLst>
  </p:cSld>
  <p:clrMapOvr>
    <a:masterClrMapping/>
  </p:clrMapOvr>
  <mc:AlternateContent xmlns:mc="http://schemas.openxmlformats.org/markup-compatibility/2006">
    <mc:Choice xmlns:p14="http://schemas.microsoft.com/office/powerpoint/2010/main" Requires="p14">
      <p:transition spd="slow" p14:dur="2000" advTm="94150"/>
    </mc:Choice>
    <mc:Fallback>
      <p:transition spd="slow" advTm="9415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CA3A3-2DB8-95AD-8064-47651E47A7B6}"/>
              </a:ext>
            </a:extLst>
          </p:cNvPr>
          <p:cNvSpPr>
            <a:spLocks noGrp="1"/>
          </p:cNvSpPr>
          <p:nvPr>
            <p:ph type="title"/>
          </p:nvPr>
        </p:nvSpPr>
        <p:spPr/>
        <p:txBody>
          <a:bodyPr/>
          <a:lstStyle/>
          <a:p>
            <a:pPr algn="ctr"/>
            <a:r>
              <a:rPr lang="en-US" dirty="0"/>
              <a:t>The blockchain and Decentralized Networking</a:t>
            </a:r>
          </a:p>
        </p:txBody>
      </p:sp>
      <p:sp>
        <p:nvSpPr>
          <p:cNvPr id="3" name="Text Placeholder 2">
            <a:extLst>
              <a:ext uri="{FF2B5EF4-FFF2-40B4-BE49-F238E27FC236}">
                <a16:creationId xmlns:a16="http://schemas.microsoft.com/office/drawing/2014/main" id="{5B3AC921-6CCE-3543-D691-8C8C3C967876}"/>
              </a:ext>
            </a:extLst>
          </p:cNvPr>
          <p:cNvSpPr>
            <a:spLocks noGrp="1"/>
          </p:cNvSpPr>
          <p:nvPr>
            <p:ph type="body" idx="1"/>
          </p:nvPr>
        </p:nvSpPr>
        <p:spPr/>
        <p:txBody>
          <a:bodyPr/>
          <a:lstStyle/>
          <a:p>
            <a:pPr algn="ctr"/>
            <a:r>
              <a:rPr lang="en-US" dirty="0"/>
              <a:t>Possible applications</a:t>
            </a:r>
          </a:p>
        </p:txBody>
      </p:sp>
      <p:sp>
        <p:nvSpPr>
          <p:cNvPr id="4" name="Content Placeholder 3">
            <a:extLst>
              <a:ext uri="{FF2B5EF4-FFF2-40B4-BE49-F238E27FC236}">
                <a16:creationId xmlns:a16="http://schemas.microsoft.com/office/drawing/2014/main" id="{26E446C7-44D4-66EE-DB15-DE1DEADAB2FB}"/>
              </a:ext>
            </a:extLst>
          </p:cNvPr>
          <p:cNvSpPr>
            <a:spLocks noGrp="1"/>
          </p:cNvSpPr>
          <p:nvPr>
            <p:ph sz="quarter" idx="15"/>
          </p:nvPr>
        </p:nvSpPr>
        <p:spPr/>
        <p:txBody>
          <a:bodyPr/>
          <a:lstStyle/>
          <a:p>
            <a:r>
              <a:rPr lang="en-US" dirty="0"/>
              <a:t>Significantly enhanced security, as records cannot be altered without the network’s other participants</a:t>
            </a:r>
          </a:p>
          <a:p>
            <a:r>
              <a:rPr lang="en-US" dirty="0"/>
              <a:t>Decentralized, as all participants, or at least their nodes, must come to a consensus on an action.</a:t>
            </a:r>
          </a:p>
          <a:p>
            <a:r>
              <a:rPr lang="en-US" dirty="0"/>
              <a:t>All users can see anything on the Blockchain, allowing for greater transparency and resource sharing.</a:t>
            </a:r>
          </a:p>
        </p:txBody>
      </p:sp>
      <p:sp>
        <p:nvSpPr>
          <p:cNvPr id="5" name="Text Placeholder 4">
            <a:extLst>
              <a:ext uri="{FF2B5EF4-FFF2-40B4-BE49-F238E27FC236}">
                <a16:creationId xmlns:a16="http://schemas.microsoft.com/office/drawing/2014/main" id="{41C46E01-6AF0-9261-3ABB-B53316B97758}"/>
              </a:ext>
            </a:extLst>
          </p:cNvPr>
          <p:cNvSpPr>
            <a:spLocks noGrp="1"/>
          </p:cNvSpPr>
          <p:nvPr>
            <p:ph type="body" sz="quarter" idx="3"/>
          </p:nvPr>
        </p:nvSpPr>
        <p:spPr/>
        <p:txBody>
          <a:bodyPr/>
          <a:lstStyle/>
          <a:p>
            <a:pPr algn="ctr"/>
            <a:r>
              <a:rPr lang="en-US" dirty="0"/>
              <a:t>Potential limitations</a:t>
            </a:r>
          </a:p>
        </p:txBody>
      </p:sp>
      <p:sp>
        <p:nvSpPr>
          <p:cNvPr id="6" name="Content Placeholder 5">
            <a:extLst>
              <a:ext uri="{FF2B5EF4-FFF2-40B4-BE49-F238E27FC236}">
                <a16:creationId xmlns:a16="http://schemas.microsoft.com/office/drawing/2014/main" id="{A7B0A6CE-5437-CB30-BB7F-871E38078D7E}"/>
              </a:ext>
            </a:extLst>
          </p:cNvPr>
          <p:cNvSpPr>
            <a:spLocks noGrp="1"/>
          </p:cNvSpPr>
          <p:nvPr>
            <p:ph sz="quarter" idx="16"/>
          </p:nvPr>
        </p:nvSpPr>
        <p:spPr/>
        <p:txBody>
          <a:bodyPr/>
          <a:lstStyle/>
          <a:p>
            <a:r>
              <a:rPr lang="en-US" dirty="0"/>
              <a:t>Even if they can’t view the record, it’s easy to find its existence</a:t>
            </a:r>
          </a:p>
          <a:p>
            <a:r>
              <a:rPr lang="en-US" dirty="0"/>
              <a:t>Highly impractical for any constantly changing records</a:t>
            </a:r>
          </a:p>
          <a:p>
            <a:r>
              <a:rPr lang="en-US" dirty="0"/>
              <a:t>Nodes may receive misinformation or perform faulty or malicious behavior due to connection latency</a:t>
            </a:r>
          </a:p>
        </p:txBody>
      </p:sp>
    </p:spTree>
    <p:extLst>
      <p:ext uri="{BB962C8B-B14F-4D97-AF65-F5344CB8AC3E}">
        <p14:creationId xmlns:p14="http://schemas.microsoft.com/office/powerpoint/2010/main" val="1749479563"/>
      </p:ext>
    </p:extLst>
  </p:cSld>
  <p:clrMapOvr>
    <a:masterClrMapping/>
  </p:clrMapOvr>
  <mc:AlternateContent xmlns:mc="http://schemas.openxmlformats.org/markup-compatibility/2006">
    <mc:Choice xmlns:p14="http://schemas.microsoft.com/office/powerpoint/2010/main" Requires="p14">
      <p:transition spd="slow" p14:dur="2000" advTm="67756"/>
    </mc:Choice>
    <mc:Fallback>
      <p:transition spd="slow" advTm="6775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F6419-D826-D3BF-FA86-C309FFB0F6AA}"/>
              </a:ext>
            </a:extLst>
          </p:cNvPr>
          <p:cNvSpPr>
            <a:spLocks noGrp="1"/>
          </p:cNvSpPr>
          <p:nvPr>
            <p:ph type="title"/>
          </p:nvPr>
        </p:nvSpPr>
        <p:spPr/>
        <p:txBody>
          <a:bodyPr/>
          <a:lstStyle/>
          <a:p>
            <a:pPr algn="r"/>
            <a:r>
              <a:rPr lang="en-US" sz="3600" dirty="0"/>
              <a:t>Encapsulation:</a:t>
            </a:r>
            <a:br>
              <a:rPr lang="en-US" dirty="0"/>
            </a:br>
            <a:r>
              <a:rPr lang="en-US" sz="2000" dirty="0"/>
              <a:t>does it still matter?</a:t>
            </a:r>
          </a:p>
        </p:txBody>
      </p:sp>
      <p:pic>
        <p:nvPicPr>
          <p:cNvPr id="6" name="Picture Placeholder 5">
            <a:extLst>
              <a:ext uri="{FF2B5EF4-FFF2-40B4-BE49-F238E27FC236}">
                <a16:creationId xmlns:a16="http://schemas.microsoft.com/office/drawing/2014/main" id="{6C855922-C374-298A-6B79-64EA3E67B33C}"/>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0190" r="10190"/>
          <a:stretch>
            <a:fillRect/>
          </a:stretch>
        </p:blipFill>
        <p:spPr>
          <a:prstGeom prst="rect">
            <a:avLst/>
          </a:prstGeom>
          <a:blipFill dpi="0" rotWithShape="1">
            <a:blip r:embed="rId4">
              <a:alphaModFix amt="60000"/>
            </a:blip>
            <a:srcRect/>
            <a:stretch>
              <a:fillRect/>
            </a:stretch>
          </a:blipFill>
        </p:spPr>
      </p:pic>
      <p:sp>
        <p:nvSpPr>
          <p:cNvPr id="4" name="Content Placeholder 3">
            <a:extLst>
              <a:ext uri="{FF2B5EF4-FFF2-40B4-BE49-F238E27FC236}">
                <a16:creationId xmlns:a16="http://schemas.microsoft.com/office/drawing/2014/main" id="{29A09D06-2ABA-B815-B3CE-9D9A7E3F6CB0}"/>
              </a:ext>
            </a:extLst>
          </p:cNvPr>
          <p:cNvSpPr>
            <a:spLocks noGrp="1"/>
          </p:cNvSpPr>
          <p:nvPr>
            <p:ph sz="quarter" idx="14"/>
          </p:nvPr>
        </p:nvSpPr>
        <p:spPr>
          <a:xfrm>
            <a:off x="5712502" y="1371599"/>
            <a:ext cx="5869899" cy="5289396"/>
          </a:xfrm>
        </p:spPr>
        <p:txBody>
          <a:bodyPr>
            <a:normAutofit/>
          </a:bodyPr>
          <a:lstStyle/>
          <a:p>
            <a:pPr marL="0" indent="0">
              <a:buNone/>
            </a:pPr>
            <a:r>
              <a:rPr lang="en-US" dirty="0"/>
              <a:t>It depends</a:t>
            </a:r>
          </a:p>
          <a:p>
            <a:pPr marL="0" indent="0">
              <a:buNone/>
            </a:pPr>
            <a:r>
              <a:rPr lang="en-US" dirty="0"/>
              <a:t>Certain new technologies won’t immediately antiquate Encapsulation, as they merely build off our current internet.</a:t>
            </a:r>
          </a:p>
          <a:p>
            <a:pPr marL="0" indent="0">
              <a:buNone/>
            </a:pPr>
            <a:r>
              <a:rPr lang="en-US" dirty="0"/>
              <a:t>Others potentially will, given they change up some of the building blocks of how we use the internet</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br>
              <a:rPr lang="en-US" dirty="0"/>
            </a:br>
            <a:endParaRPr lang="en-US" dirty="0"/>
          </a:p>
          <a:p>
            <a:pPr marL="0" indent="0">
              <a:buNone/>
            </a:pPr>
            <a:r>
              <a:rPr lang="en-US" dirty="0"/>
              <a:t>Message </a:t>
            </a:r>
            <a:r>
              <a:rPr lang="en-US" dirty="0">
                <a:sym typeface="Wingdings" panose="05000000000000000000" pitchFamily="2" charset="2"/>
              </a:rPr>
              <a:t> Segment  Datagram/Packet  Frame  Bits</a:t>
            </a:r>
          </a:p>
          <a:p>
            <a:pPr marL="0" indent="0">
              <a:buNone/>
            </a:pPr>
            <a:r>
              <a:rPr lang="en-US" dirty="0">
                <a:sym typeface="Wingdings" panose="05000000000000000000" pitchFamily="2" charset="2"/>
              </a:rPr>
              <a:t>Application  Transport  Network  Link  Physical</a:t>
            </a:r>
          </a:p>
        </p:txBody>
      </p:sp>
    </p:spTree>
    <p:extLst>
      <p:ext uri="{BB962C8B-B14F-4D97-AF65-F5344CB8AC3E}">
        <p14:creationId xmlns:p14="http://schemas.microsoft.com/office/powerpoint/2010/main" val="2289589231"/>
      </p:ext>
    </p:extLst>
  </p:cSld>
  <p:clrMapOvr>
    <a:masterClrMapping/>
  </p:clrMapOvr>
  <mc:AlternateContent xmlns:mc="http://schemas.openxmlformats.org/markup-compatibility/2006">
    <mc:Choice xmlns:p14="http://schemas.microsoft.com/office/powerpoint/2010/main" Requires="p14">
      <p:transition spd="slow" p14:dur="2000" advTm="78980"/>
    </mc:Choice>
    <mc:Fallback>
      <p:transition spd="slow" advTm="7898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DBB17-FFB7-36F6-BB3C-1478A1802636}"/>
              </a:ext>
            </a:extLst>
          </p:cNvPr>
          <p:cNvSpPr>
            <a:spLocks noGrp="1"/>
          </p:cNvSpPr>
          <p:nvPr>
            <p:ph type="title"/>
          </p:nvPr>
        </p:nvSpPr>
        <p:spPr/>
        <p:txBody>
          <a:bodyPr/>
          <a:lstStyle/>
          <a:p>
            <a:r>
              <a:rPr lang="en-US" dirty="0"/>
              <a:t>From </a:t>
            </a:r>
            <a:r>
              <a:rPr lang="en-US" sz="2800" dirty="0" err="1"/>
              <a:t>arpa</a:t>
            </a:r>
            <a:r>
              <a:rPr lang="en-US" dirty="0" err="1"/>
              <a:t>net</a:t>
            </a:r>
            <a:r>
              <a:rPr lang="en-US" dirty="0"/>
              <a:t> to the future internet</a:t>
            </a:r>
          </a:p>
        </p:txBody>
      </p:sp>
      <p:sp>
        <p:nvSpPr>
          <p:cNvPr id="3" name="Content Placeholder 2">
            <a:extLst>
              <a:ext uri="{FF2B5EF4-FFF2-40B4-BE49-F238E27FC236}">
                <a16:creationId xmlns:a16="http://schemas.microsoft.com/office/drawing/2014/main" id="{75F83A76-011A-5DEA-1860-B8AFEBC8C5CF}"/>
              </a:ext>
            </a:extLst>
          </p:cNvPr>
          <p:cNvSpPr>
            <a:spLocks noGrp="1"/>
          </p:cNvSpPr>
          <p:nvPr>
            <p:ph sz="quarter" idx="15"/>
          </p:nvPr>
        </p:nvSpPr>
        <p:spPr/>
        <p:txBody>
          <a:bodyPr>
            <a:normAutofit/>
          </a:bodyPr>
          <a:lstStyle/>
          <a:p>
            <a:pPr marL="0" indent="0" fontAlgn="base">
              <a:buNone/>
            </a:pPr>
            <a:r>
              <a:rPr lang="en-US" dirty="0"/>
              <a:t>Packet Switching </a:t>
            </a:r>
            <a:r>
              <a:rPr lang="en-US" dirty="0">
                <a:sym typeface="Wingdings" panose="05000000000000000000" pitchFamily="2" charset="2"/>
              </a:rPr>
              <a:t> ARPAnet</a:t>
            </a:r>
            <a:r>
              <a:rPr lang="en-US" dirty="0"/>
              <a:t> </a:t>
            </a:r>
            <a:r>
              <a:rPr lang="en-US" dirty="0">
                <a:sym typeface="Wingdings" panose="05000000000000000000" pitchFamily="2" charset="2"/>
              </a:rPr>
              <a:t> </a:t>
            </a:r>
            <a:r>
              <a:rPr lang="en-US" dirty="0" err="1">
                <a:sym typeface="Wingdings" panose="05000000000000000000" pitchFamily="2" charset="2"/>
              </a:rPr>
              <a:t>ALOHAnet</a:t>
            </a:r>
            <a:r>
              <a:rPr lang="en-US" dirty="0">
                <a:sym typeface="Wingdings" panose="05000000000000000000" pitchFamily="2" charset="2"/>
              </a:rPr>
              <a:t> </a:t>
            </a:r>
            <a:r>
              <a:rPr lang="en-US" dirty="0"/>
              <a:t> </a:t>
            </a:r>
            <a:r>
              <a:rPr lang="en-US" dirty="0">
                <a:sym typeface="Wingdings" panose="05000000000000000000" pitchFamily="2" charset="2"/>
              </a:rPr>
              <a:t> NCP</a:t>
            </a:r>
            <a:r>
              <a:rPr lang="en-US" dirty="0"/>
              <a:t> </a:t>
            </a:r>
            <a:r>
              <a:rPr lang="en-US" dirty="0">
                <a:sym typeface="Wingdings" panose="05000000000000000000" pitchFamily="2" charset="2"/>
              </a:rPr>
              <a:t> First E-Mail</a:t>
            </a:r>
            <a:r>
              <a:rPr lang="en-US" dirty="0"/>
              <a:t> </a:t>
            </a:r>
            <a:r>
              <a:rPr lang="en-US" dirty="0">
                <a:sym typeface="Wingdings" panose="05000000000000000000" pitchFamily="2" charset="2"/>
              </a:rPr>
              <a:t> Cerf and Kahn’s Internetworking principles</a:t>
            </a:r>
            <a:r>
              <a:rPr lang="en-US" dirty="0"/>
              <a:t> </a:t>
            </a:r>
            <a:r>
              <a:rPr lang="en-US" dirty="0">
                <a:sym typeface="Wingdings" panose="05000000000000000000" pitchFamily="2" charset="2"/>
              </a:rPr>
              <a:t> TCP/IP</a:t>
            </a:r>
            <a:r>
              <a:rPr lang="en-US" dirty="0"/>
              <a:t> </a:t>
            </a:r>
            <a:r>
              <a:rPr lang="en-US" dirty="0">
                <a:sym typeface="Wingdings" panose="05000000000000000000" pitchFamily="2" charset="2"/>
              </a:rPr>
              <a:t> DNS</a:t>
            </a:r>
            <a:r>
              <a:rPr lang="en-US" dirty="0"/>
              <a:t> </a:t>
            </a:r>
            <a:r>
              <a:rPr lang="en-US" dirty="0">
                <a:sym typeface="Wingdings" panose="05000000000000000000" pitchFamily="2" charset="2"/>
              </a:rPr>
              <a:t> World Wide Web (WWW)</a:t>
            </a:r>
            <a:r>
              <a:rPr lang="en-US" dirty="0"/>
              <a:t> </a:t>
            </a:r>
            <a:r>
              <a:rPr lang="en-US" dirty="0">
                <a:sym typeface="Wingdings" panose="05000000000000000000" pitchFamily="2" charset="2"/>
              </a:rPr>
              <a:t> Broadband</a:t>
            </a:r>
            <a:r>
              <a:rPr lang="en-US" dirty="0"/>
              <a:t> </a:t>
            </a:r>
            <a:r>
              <a:rPr lang="en-US" dirty="0">
                <a:sym typeface="Wingdings" panose="05000000000000000000" pitchFamily="2" charset="2"/>
              </a:rPr>
              <a:t> Wi-Fi</a:t>
            </a:r>
            <a:r>
              <a:rPr lang="en-US" dirty="0"/>
              <a:t> </a:t>
            </a:r>
            <a:r>
              <a:rPr lang="en-US" dirty="0">
                <a:sym typeface="Wingdings" panose="05000000000000000000" pitchFamily="2" charset="2"/>
              </a:rPr>
              <a:t> Cloud</a:t>
            </a:r>
            <a:r>
              <a:rPr lang="en-US" dirty="0"/>
              <a:t> </a:t>
            </a:r>
            <a:r>
              <a:rPr lang="en-US" dirty="0">
                <a:sym typeface="Wingdings" panose="05000000000000000000" pitchFamily="2" charset="2"/>
              </a:rPr>
              <a:t> Smartphones</a:t>
            </a:r>
            <a:r>
              <a:rPr lang="en-US" dirty="0"/>
              <a:t> </a:t>
            </a:r>
            <a:r>
              <a:rPr lang="en-US" dirty="0">
                <a:sym typeface="Wingdings" panose="05000000000000000000" pitchFamily="2" charset="2"/>
              </a:rPr>
              <a:t> 4G</a:t>
            </a:r>
            <a:r>
              <a:rPr lang="en-US" dirty="0"/>
              <a:t> </a:t>
            </a:r>
            <a:r>
              <a:rPr lang="en-US" dirty="0">
                <a:sym typeface="Wingdings" panose="05000000000000000000" pitchFamily="2" charset="2"/>
              </a:rPr>
              <a:t> 5G</a:t>
            </a:r>
            <a:r>
              <a:rPr lang="en-US" dirty="0"/>
              <a:t> </a:t>
            </a:r>
            <a:r>
              <a:rPr lang="en-US" dirty="0">
                <a:sym typeface="Wingdings" panose="05000000000000000000" pitchFamily="2" charset="2"/>
              </a:rPr>
              <a:t> </a:t>
            </a:r>
            <a:r>
              <a:rPr lang="en-US" b="1" dirty="0">
                <a:sym typeface="Wingdings" panose="05000000000000000000" pitchFamily="2" charset="2"/>
              </a:rPr>
              <a:t>SDN</a:t>
            </a:r>
            <a:r>
              <a:rPr lang="en-US" dirty="0"/>
              <a:t> </a:t>
            </a:r>
            <a:r>
              <a:rPr lang="en-US" dirty="0">
                <a:sym typeface="Wingdings" panose="05000000000000000000" pitchFamily="2" charset="2"/>
              </a:rPr>
              <a:t> 6G</a:t>
            </a:r>
            <a:r>
              <a:rPr lang="en-US" dirty="0"/>
              <a:t> </a:t>
            </a:r>
            <a:r>
              <a:rPr lang="en-US" dirty="0">
                <a:sym typeface="Wingdings" panose="05000000000000000000" pitchFamily="2" charset="2"/>
              </a:rPr>
              <a:t> Edge Computing</a:t>
            </a:r>
            <a:r>
              <a:rPr lang="en-US" dirty="0"/>
              <a:t> </a:t>
            </a:r>
            <a:r>
              <a:rPr lang="en-US" dirty="0">
                <a:sym typeface="Wingdings" panose="05000000000000000000" pitchFamily="2" charset="2"/>
              </a:rPr>
              <a:t> AI Native Networks</a:t>
            </a:r>
            <a:r>
              <a:rPr lang="en-US" dirty="0"/>
              <a:t> </a:t>
            </a:r>
            <a:r>
              <a:rPr lang="en-US" dirty="0">
                <a:sym typeface="Wingdings" panose="05000000000000000000" pitchFamily="2" charset="2"/>
              </a:rPr>
              <a:t> Post-Quantum Security</a:t>
            </a:r>
          </a:p>
        </p:txBody>
      </p:sp>
      <p:sp>
        <p:nvSpPr>
          <p:cNvPr id="4" name="Content Placeholder 3">
            <a:extLst>
              <a:ext uri="{FF2B5EF4-FFF2-40B4-BE49-F238E27FC236}">
                <a16:creationId xmlns:a16="http://schemas.microsoft.com/office/drawing/2014/main" id="{2FE879DB-384E-2553-9870-968810DD755A}"/>
              </a:ext>
            </a:extLst>
          </p:cNvPr>
          <p:cNvSpPr>
            <a:spLocks noGrp="1"/>
          </p:cNvSpPr>
          <p:nvPr>
            <p:ph sz="quarter" idx="16"/>
          </p:nvPr>
        </p:nvSpPr>
        <p:spPr>
          <a:xfrm>
            <a:off x="6096000" y="2501206"/>
            <a:ext cx="5545873" cy="4174657"/>
          </a:xfrm>
        </p:spPr>
        <p:txBody>
          <a:bodyPr>
            <a:normAutofit/>
          </a:bodyPr>
          <a:lstStyle/>
          <a:p>
            <a:pPr lvl="0" fontAlgn="base"/>
            <a:r>
              <a:rPr lang="en-US" dirty="0"/>
              <a:t>In 1961 Kleinrock shows effectiveness of packet-switching through the Queueing theory</a:t>
            </a:r>
          </a:p>
          <a:p>
            <a:pPr lvl="0" fontAlgn="base"/>
            <a:r>
              <a:rPr lang="en-US" dirty="0"/>
              <a:t>ARPAnet conceived in 1967, with </a:t>
            </a:r>
            <a:r>
              <a:rPr lang="en-US" dirty="0" err="1"/>
              <a:t>ALOHAnet</a:t>
            </a:r>
            <a:r>
              <a:rPr lang="en-US" dirty="0"/>
              <a:t> iterating on the idea in 1970</a:t>
            </a:r>
          </a:p>
          <a:p>
            <a:pPr lvl="0" fontAlgn="base"/>
            <a:r>
              <a:rPr lang="en-US" dirty="0"/>
              <a:t>1972 sees the first NCP host-host protocol and the first email</a:t>
            </a:r>
          </a:p>
          <a:p>
            <a:pPr lvl="0" fontAlgn="base"/>
            <a:r>
              <a:rPr lang="en-US" dirty="0"/>
              <a:t>Cerf and Kahn introduce the architecture that comes to define our modern networks in 1974</a:t>
            </a:r>
          </a:p>
          <a:p>
            <a:pPr lvl="0" fontAlgn="base"/>
            <a:r>
              <a:rPr lang="en-US" dirty="0"/>
              <a:t>The 80s give us DNS, TCP, and the WWW in ‘83, ‘88, and ’89</a:t>
            </a:r>
          </a:p>
          <a:p>
            <a:pPr lvl="0" fontAlgn="base"/>
            <a:r>
              <a:rPr lang="en-US" dirty="0"/>
              <a:t>Come 2005, Broadband and future improvements define the way we all connect to the internet, and where we can do so.</a:t>
            </a:r>
          </a:p>
          <a:p>
            <a:pPr lvl="0" fontAlgn="base"/>
            <a:r>
              <a:rPr lang="en-US" dirty="0"/>
              <a:t>No Edge computing or beyond… yet.</a:t>
            </a:r>
          </a:p>
        </p:txBody>
      </p:sp>
    </p:spTree>
    <p:extLst>
      <p:ext uri="{BB962C8B-B14F-4D97-AF65-F5344CB8AC3E}">
        <p14:creationId xmlns:p14="http://schemas.microsoft.com/office/powerpoint/2010/main" val="1421081778"/>
      </p:ext>
    </p:extLst>
  </p:cSld>
  <p:clrMapOvr>
    <a:masterClrMapping/>
  </p:clrMapOvr>
  <mc:AlternateContent xmlns:mc="http://schemas.openxmlformats.org/markup-compatibility/2006">
    <mc:Choice xmlns:p14="http://schemas.microsoft.com/office/powerpoint/2010/main" Requires="p14">
      <p:transition spd="slow" p14:dur="2000" advTm="200725"/>
    </mc:Choice>
    <mc:Fallback>
      <p:transition spd="slow" advTm="200725"/>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B60C6-BAD8-3FB7-D224-8CC6278FBBCB}"/>
              </a:ext>
            </a:extLst>
          </p:cNvPr>
          <p:cNvSpPr>
            <a:spLocks noGrp="1"/>
          </p:cNvSpPr>
          <p:nvPr>
            <p:ph type="title"/>
          </p:nvPr>
        </p:nvSpPr>
        <p:spPr>
          <a:xfrm>
            <a:off x="609600" y="1153001"/>
            <a:ext cx="3021873" cy="1773540"/>
          </a:xfrm>
        </p:spPr>
        <p:txBody>
          <a:bodyPr/>
          <a:lstStyle/>
          <a:p>
            <a:r>
              <a:rPr lang="en-US" sz="2000" dirty="0"/>
              <a:t>One future technology</a:t>
            </a:r>
            <a:br>
              <a:rPr lang="en-US" dirty="0"/>
            </a:br>
            <a:r>
              <a:rPr lang="en-US" sz="4800" dirty="0"/>
              <a:t>6g</a:t>
            </a:r>
          </a:p>
        </p:txBody>
      </p:sp>
      <p:sp>
        <p:nvSpPr>
          <p:cNvPr id="3" name="Content Placeholder 2">
            <a:extLst>
              <a:ext uri="{FF2B5EF4-FFF2-40B4-BE49-F238E27FC236}">
                <a16:creationId xmlns:a16="http://schemas.microsoft.com/office/drawing/2014/main" id="{62EDB774-CEA9-5B47-AF36-B110BBB284BA}"/>
              </a:ext>
            </a:extLst>
          </p:cNvPr>
          <p:cNvSpPr>
            <a:spLocks noGrp="1"/>
          </p:cNvSpPr>
          <p:nvPr>
            <p:ph sz="quarter" idx="14"/>
          </p:nvPr>
        </p:nvSpPr>
        <p:spPr>
          <a:xfrm>
            <a:off x="2973660" y="1153000"/>
            <a:ext cx="8608740" cy="3321860"/>
          </a:xfrm>
        </p:spPr>
        <p:txBody>
          <a:bodyPr>
            <a:normAutofit fontScale="92500" lnSpcReduction="10000"/>
          </a:bodyPr>
          <a:lstStyle/>
          <a:p>
            <a:pPr marL="285750" indent="-285750">
              <a:buFont typeface="Arial" panose="020B0604020202020204" pitchFamily="34" charset="0"/>
              <a:buChar char="•"/>
            </a:pPr>
            <a:r>
              <a:rPr lang="en-US" dirty="0"/>
              <a:t>Massively improves many aspects of 5G</a:t>
            </a:r>
          </a:p>
          <a:p>
            <a:pPr marL="514350" lvl="1" indent="-285750">
              <a:buFont typeface="Arial" panose="020B0604020202020204" pitchFamily="34" charset="0"/>
              <a:buChar char="•"/>
            </a:pPr>
            <a:r>
              <a:rPr lang="en-US" dirty="0"/>
              <a:t>10</a:t>
            </a:r>
            <a:r>
              <a:rPr lang="en-US" baseline="30000" dirty="0"/>
              <a:t>6</a:t>
            </a:r>
            <a:r>
              <a:rPr lang="en-US" dirty="0"/>
              <a:t> </a:t>
            </a:r>
            <a:r>
              <a:rPr lang="en-US" dirty="0">
                <a:sym typeface="Wingdings" panose="05000000000000000000" pitchFamily="2" charset="2"/>
              </a:rPr>
              <a:t> 10</a:t>
            </a:r>
            <a:r>
              <a:rPr lang="en-US" baseline="30000" dirty="0">
                <a:sym typeface="Wingdings" panose="05000000000000000000" pitchFamily="2" charset="2"/>
              </a:rPr>
              <a:t>8</a:t>
            </a:r>
            <a:r>
              <a:rPr lang="en-US" dirty="0">
                <a:sym typeface="Wingdings" panose="05000000000000000000" pitchFamily="2" charset="2"/>
              </a:rPr>
              <a:t> devices/km</a:t>
            </a:r>
            <a:r>
              <a:rPr lang="en-US" baseline="30000" dirty="0">
                <a:sym typeface="Wingdings" panose="05000000000000000000" pitchFamily="2" charset="2"/>
              </a:rPr>
              <a:t>2</a:t>
            </a:r>
          </a:p>
          <a:p>
            <a:pPr marL="514350" lvl="1" indent="-285750">
              <a:buFont typeface="Arial" panose="020B0604020202020204" pitchFamily="34" charset="0"/>
              <a:buChar char="•"/>
            </a:pPr>
            <a:r>
              <a:rPr lang="en-US" dirty="0"/>
              <a:t>20 GHz </a:t>
            </a:r>
            <a:r>
              <a:rPr lang="en-US" dirty="0">
                <a:sym typeface="Wingdings" panose="05000000000000000000" pitchFamily="2" charset="2"/>
              </a:rPr>
              <a:t> 3 THz Bandwidth</a:t>
            </a:r>
          </a:p>
          <a:p>
            <a:pPr marL="514350" lvl="1" indent="-285750">
              <a:buFont typeface="Arial" panose="020B0604020202020204" pitchFamily="34" charset="0"/>
              <a:buChar char="•"/>
            </a:pPr>
            <a:r>
              <a:rPr lang="en-US" dirty="0">
                <a:sym typeface="Wingdings" panose="05000000000000000000" pitchFamily="2" charset="2"/>
              </a:rPr>
              <a:t>100x Network Energy Efficiency</a:t>
            </a:r>
          </a:p>
          <a:p>
            <a:pPr marL="285750" indent="-285750">
              <a:buFont typeface="Arial" panose="020B0604020202020204" pitchFamily="34" charset="0"/>
              <a:buChar char="•"/>
            </a:pPr>
            <a:r>
              <a:rPr lang="en-US" dirty="0">
                <a:sym typeface="Wingdings" panose="05000000000000000000" pitchFamily="2" charset="2"/>
              </a:rPr>
              <a:t>6G allows for Cell-less Networks, Disruptive Technologies, and a New Spectrum</a:t>
            </a:r>
          </a:p>
          <a:p>
            <a:pPr marL="285750" indent="-285750">
              <a:buFont typeface="Arial" panose="020B0604020202020204" pitchFamily="34" charset="0"/>
              <a:buChar char="•"/>
            </a:pPr>
            <a:r>
              <a:rPr lang="en-US" dirty="0">
                <a:sym typeface="Wingdings" panose="05000000000000000000" pitchFamily="2" charset="2"/>
              </a:rPr>
              <a:t>We still lack a good way to fully utilize everything 6G would offer</a:t>
            </a:r>
          </a:p>
          <a:p>
            <a:pPr marL="285750" indent="-285750">
              <a:buFont typeface="Arial" panose="020B0604020202020204" pitchFamily="34" charset="0"/>
              <a:buChar char="•"/>
            </a:pPr>
            <a:r>
              <a:rPr lang="en-US" dirty="0">
                <a:sym typeface="Wingdings" panose="05000000000000000000" pitchFamily="2" charset="2"/>
              </a:rPr>
              <a:t>Would be in the Link Layer of Network Architecture</a:t>
            </a:r>
            <a:endParaRPr lang="en-US" dirty="0"/>
          </a:p>
          <a:p>
            <a:pPr marL="285750" indent="-285750">
              <a:buFont typeface="Arial" panose="020B0604020202020204" pitchFamily="34" charset="0"/>
              <a:buChar char="•"/>
            </a:pPr>
            <a:r>
              <a:rPr lang="en-US" dirty="0"/>
              <a:t>Studies and Specifications of it have already begun, it is currently expected to be deployed as a product in Early 2028</a:t>
            </a:r>
          </a:p>
          <a:p>
            <a:pPr marL="285750" indent="-285750">
              <a:buFont typeface="Arial" panose="020B0604020202020204" pitchFamily="34" charset="0"/>
              <a:buChar char="•"/>
            </a:pPr>
            <a:r>
              <a:rPr lang="en-US" dirty="0"/>
              <a:t>Strengthens current plans, and opens the doors to even more developments, such as Blockchain or an Industrial Internet of Things</a:t>
            </a:r>
          </a:p>
        </p:txBody>
      </p:sp>
      <p:pic>
        <p:nvPicPr>
          <p:cNvPr id="6" name="Picture Placeholder 5">
            <a:extLst>
              <a:ext uri="{FF2B5EF4-FFF2-40B4-BE49-F238E27FC236}">
                <a16:creationId xmlns:a16="http://schemas.microsoft.com/office/drawing/2014/main" id="{2E918FCB-EA26-EDA5-6AEE-5ECC5011CFC8}"/>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29052" b="7860"/>
          <a:stretch>
            <a:fillRect/>
          </a:stretch>
        </p:blipFill>
        <p:spPr>
          <a:xfrm>
            <a:off x="609599" y="4601736"/>
            <a:ext cx="10972801" cy="1646663"/>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4">
              <a:alphaModFix amt="60000"/>
            </a:blip>
            <a:srcRect/>
            <a:stretch>
              <a:fillRect/>
            </a:stretch>
          </a:blipFill>
        </p:spPr>
      </p:pic>
    </p:spTree>
    <p:extLst>
      <p:ext uri="{BB962C8B-B14F-4D97-AF65-F5344CB8AC3E}">
        <p14:creationId xmlns:p14="http://schemas.microsoft.com/office/powerpoint/2010/main" val="1692808038"/>
      </p:ext>
    </p:extLst>
  </p:cSld>
  <p:clrMapOvr>
    <a:masterClrMapping/>
  </p:clrMapOvr>
  <mc:AlternateContent xmlns:mc="http://schemas.openxmlformats.org/markup-compatibility/2006">
    <mc:Choice xmlns:p14="http://schemas.microsoft.com/office/powerpoint/2010/main" Requires="p14">
      <p:transition spd="slow" p14:dur="2000" advTm="70959"/>
    </mc:Choice>
    <mc:Fallback>
      <p:transition spd="slow" advTm="70959"/>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49CF94C2-9B35-F67A-0FB0-17100FEE647D}"/>
              </a:ext>
            </a:extLst>
          </p:cNvPr>
          <p:cNvSpPr>
            <a:spLocks noGrp="1"/>
          </p:cNvSpPr>
          <p:nvPr>
            <p:ph type="title"/>
          </p:nvPr>
        </p:nvSpPr>
        <p:spPr>
          <a:xfrm>
            <a:off x="535258" y="1371599"/>
            <a:ext cx="4290715" cy="914401"/>
          </a:xfrm>
        </p:spPr>
        <p:txBody>
          <a:bodyPr>
            <a:normAutofit fontScale="90000"/>
          </a:bodyPr>
          <a:lstStyle/>
          <a:p>
            <a:r>
              <a:rPr lang="en-US" dirty="0"/>
              <a:t>The future network</a:t>
            </a:r>
            <a:br>
              <a:rPr lang="en-US" dirty="0"/>
            </a:br>
            <a:r>
              <a:rPr lang="en-US" dirty="0"/>
              <a:t>architecture challenge</a:t>
            </a:r>
          </a:p>
        </p:txBody>
      </p:sp>
      <p:pic>
        <p:nvPicPr>
          <p:cNvPr id="6" name="Picture Placeholder 5">
            <a:extLst>
              <a:ext uri="{FF2B5EF4-FFF2-40B4-BE49-F238E27FC236}">
                <a16:creationId xmlns:a16="http://schemas.microsoft.com/office/drawing/2014/main" id="{840167C3-BE64-7F5D-843E-D418B7CD3BEE}"/>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059" r="1"/>
          <a:stretch>
            <a:fillRect/>
          </a:stretch>
        </p:blipFill>
        <p:spPr>
          <a:xfrm>
            <a:off x="5144428" y="1371600"/>
            <a:ext cx="6506089" cy="4876800"/>
          </a:xfrm>
          <a:prstGeom prst="rect">
            <a:avLst/>
          </a:prstGeom>
          <a:noFill/>
        </p:spPr>
      </p:pic>
      <p:sp>
        <p:nvSpPr>
          <p:cNvPr id="16" name="Content Placeholder 3">
            <a:extLst>
              <a:ext uri="{FF2B5EF4-FFF2-40B4-BE49-F238E27FC236}">
                <a16:creationId xmlns:a16="http://schemas.microsoft.com/office/drawing/2014/main" id="{80879616-E340-CD99-34EA-CD6A8E4CCCB0}"/>
              </a:ext>
            </a:extLst>
          </p:cNvPr>
          <p:cNvSpPr>
            <a:spLocks noGrp="1"/>
          </p:cNvSpPr>
          <p:nvPr>
            <p:ph sz="quarter" idx="14"/>
          </p:nvPr>
        </p:nvSpPr>
        <p:spPr>
          <a:xfrm>
            <a:off x="541483" y="2670047"/>
            <a:ext cx="4290714" cy="3578353"/>
          </a:xfrm>
        </p:spPr>
        <p:txBody>
          <a:bodyPr>
            <a:normAutofit fontScale="92500" lnSpcReduction="10000"/>
          </a:bodyPr>
          <a:lstStyle/>
          <a:p>
            <a:r>
              <a:rPr lang="en-US" dirty="0"/>
              <a:t>A hypothetical network in 2035</a:t>
            </a:r>
          </a:p>
          <a:p>
            <a:pPr lvl="1"/>
            <a:r>
              <a:rPr lang="en-US" dirty="0"/>
              <a:t>Existing Technology</a:t>
            </a:r>
          </a:p>
          <a:p>
            <a:pPr lvl="2"/>
            <a:r>
              <a:rPr lang="en-US" dirty="0"/>
              <a:t>Devices (User, IoT, Edge)</a:t>
            </a:r>
          </a:p>
          <a:p>
            <a:pPr lvl="2"/>
            <a:r>
              <a:rPr lang="en-US" dirty="0"/>
              <a:t>Routers </a:t>
            </a:r>
          </a:p>
          <a:p>
            <a:pPr lvl="2"/>
            <a:r>
              <a:rPr lang="en-US" dirty="0"/>
              <a:t>Cloud</a:t>
            </a:r>
          </a:p>
          <a:p>
            <a:pPr lvl="2"/>
            <a:r>
              <a:rPr lang="en-US" dirty="0"/>
              <a:t>Cybersecurity Services</a:t>
            </a:r>
          </a:p>
          <a:p>
            <a:pPr lvl="2"/>
            <a:r>
              <a:rPr lang="en-US" dirty="0"/>
              <a:t>Blockchain</a:t>
            </a:r>
          </a:p>
          <a:p>
            <a:pPr lvl="1"/>
            <a:r>
              <a:rPr lang="en-US" dirty="0"/>
              <a:t>Emerging Technology</a:t>
            </a:r>
          </a:p>
          <a:p>
            <a:pPr lvl="2"/>
            <a:r>
              <a:rPr lang="en-US" dirty="0"/>
              <a:t>AI Network Controller</a:t>
            </a:r>
          </a:p>
          <a:p>
            <a:pPr lvl="1"/>
            <a:r>
              <a:rPr lang="en-US" dirty="0"/>
              <a:t>Experimental Technology</a:t>
            </a:r>
          </a:p>
          <a:p>
            <a:pPr lvl="2"/>
            <a:r>
              <a:rPr lang="en-US" dirty="0"/>
              <a:t>6G</a:t>
            </a:r>
          </a:p>
          <a:p>
            <a:pPr lvl="2"/>
            <a:r>
              <a:rPr lang="en-US" dirty="0"/>
              <a:t>Quantum Communication / Networking</a:t>
            </a:r>
          </a:p>
          <a:p>
            <a:endParaRPr lang="en-US" dirty="0"/>
          </a:p>
        </p:txBody>
      </p:sp>
    </p:spTree>
    <p:extLst>
      <p:ext uri="{BB962C8B-B14F-4D97-AF65-F5344CB8AC3E}">
        <p14:creationId xmlns:p14="http://schemas.microsoft.com/office/powerpoint/2010/main" val="1028953884"/>
      </p:ext>
    </p:extLst>
  </p:cSld>
  <p:clrMapOvr>
    <a:masterClrMapping/>
  </p:clrMapOvr>
  <mc:AlternateContent xmlns:mc="http://schemas.openxmlformats.org/markup-compatibility/2006">
    <mc:Choice xmlns:p14="http://schemas.microsoft.com/office/powerpoint/2010/main" Requires="p14">
      <p:transition spd="slow" p14:dur="2000" advTm="76664"/>
    </mc:Choice>
    <mc:Fallback>
      <p:transition spd="slow" advTm="76664"/>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DBDF2-8FAB-5327-B3D4-9EBEE13D797D}"/>
              </a:ext>
            </a:extLst>
          </p:cNvPr>
          <p:cNvSpPr>
            <a:spLocks noGrp="1"/>
          </p:cNvSpPr>
          <p:nvPr>
            <p:ph type="title"/>
          </p:nvPr>
        </p:nvSpPr>
        <p:spPr/>
        <p:txBody>
          <a:bodyPr/>
          <a:lstStyle/>
          <a:p>
            <a:pPr algn="r"/>
            <a:r>
              <a:rPr lang="en-US" dirty="0"/>
              <a:t>Research Comparison Matrix</a:t>
            </a:r>
          </a:p>
        </p:txBody>
      </p:sp>
      <p:graphicFrame>
        <p:nvGraphicFramePr>
          <p:cNvPr id="4" name="Content Placeholder 3">
            <a:extLst>
              <a:ext uri="{FF2B5EF4-FFF2-40B4-BE49-F238E27FC236}">
                <a16:creationId xmlns:a16="http://schemas.microsoft.com/office/drawing/2014/main" id="{87D1F308-911C-B76B-CA6F-78687C56305A}"/>
              </a:ext>
            </a:extLst>
          </p:cNvPr>
          <p:cNvGraphicFramePr>
            <a:graphicFrameLocks noGrp="1"/>
          </p:cNvGraphicFramePr>
          <p:nvPr>
            <p:ph idx="1"/>
            <p:extLst>
              <p:ext uri="{D42A27DB-BD31-4B8C-83A1-F6EECF244321}">
                <p14:modId xmlns:p14="http://schemas.microsoft.com/office/powerpoint/2010/main" val="1993260011"/>
              </p:ext>
            </p:extLst>
          </p:nvPr>
        </p:nvGraphicFramePr>
        <p:xfrm>
          <a:off x="609600" y="2413372"/>
          <a:ext cx="10966446" cy="4065487"/>
        </p:xfrm>
        <a:graphic>
          <a:graphicData uri="http://schemas.openxmlformats.org/drawingml/2006/table">
            <a:tbl>
              <a:tblPr firstRow="1" bandRow="1">
                <a:tableStyleId>{5C22544A-7EE6-4342-B048-85BDC9FD1C3A}</a:tableStyleId>
              </a:tblPr>
              <a:tblGrid>
                <a:gridCol w="1739590">
                  <a:extLst>
                    <a:ext uri="{9D8B030D-6E8A-4147-A177-3AD203B41FA5}">
                      <a16:colId xmlns:a16="http://schemas.microsoft.com/office/drawing/2014/main" val="4191208916"/>
                    </a:ext>
                  </a:extLst>
                </a:gridCol>
                <a:gridCol w="1915892">
                  <a:extLst>
                    <a:ext uri="{9D8B030D-6E8A-4147-A177-3AD203B41FA5}">
                      <a16:colId xmlns:a16="http://schemas.microsoft.com/office/drawing/2014/main" val="2805116127"/>
                    </a:ext>
                  </a:extLst>
                </a:gridCol>
                <a:gridCol w="1827741">
                  <a:extLst>
                    <a:ext uri="{9D8B030D-6E8A-4147-A177-3AD203B41FA5}">
                      <a16:colId xmlns:a16="http://schemas.microsoft.com/office/drawing/2014/main" val="3740274728"/>
                    </a:ext>
                  </a:extLst>
                </a:gridCol>
                <a:gridCol w="1827741">
                  <a:extLst>
                    <a:ext uri="{9D8B030D-6E8A-4147-A177-3AD203B41FA5}">
                      <a16:colId xmlns:a16="http://schemas.microsoft.com/office/drawing/2014/main" val="63317150"/>
                    </a:ext>
                  </a:extLst>
                </a:gridCol>
                <a:gridCol w="1827741">
                  <a:extLst>
                    <a:ext uri="{9D8B030D-6E8A-4147-A177-3AD203B41FA5}">
                      <a16:colId xmlns:a16="http://schemas.microsoft.com/office/drawing/2014/main" val="3393378519"/>
                    </a:ext>
                  </a:extLst>
                </a:gridCol>
                <a:gridCol w="1827741">
                  <a:extLst>
                    <a:ext uri="{9D8B030D-6E8A-4147-A177-3AD203B41FA5}">
                      <a16:colId xmlns:a16="http://schemas.microsoft.com/office/drawing/2014/main" val="3414449734"/>
                    </a:ext>
                  </a:extLst>
                </a:gridCol>
              </a:tblGrid>
              <a:tr h="865087">
                <a:tc>
                  <a:txBody>
                    <a:bodyPr/>
                    <a:lstStyle/>
                    <a:p>
                      <a:r>
                        <a:rPr lang="en-US" sz="1600" dirty="0"/>
                        <a:t>Technology</a:t>
                      </a:r>
                    </a:p>
                  </a:txBody>
                  <a:tcPr>
                    <a:solidFill>
                      <a:schemeClr val="bg1"/>
                    </a:solidFill>
                  </a:tcPr>
                </a:tc>
                <a:tc>
                  <a:txBody>
                    <a:bodyPr/>
                    <a:lstStyle/>
                    <a:p>
                      <a:r>
                        <a:rPr lang="en-US" sz="1600" dirty="0"/>
                        <a:t>Networking Problem Addressed</a:t>
                      </a:r>
                    </a:p>
                  </a:txBody>
                  <a:tcPr>
                    <a:solidFill>
                      <a:schemeClr val="bg1"/>
                    </a:solidFill>
                  </a:tcPr>
                </a:tc>
                <a:tc>
                  <a:txBody>
                    <a:bodyPr/>
                    <a:lstStyle/>
                    <a:p>
                      <a:r>
                        <a:rPr lang="en-US" sz="1600" dirty="0"/>
                        <a:t>Network Area/Layer</a:t>
                      </a:r>
                    </a:p>
                  </a:txBody>
                  <a:tcPr>
                    <a:solidFill>
                      <a:schemeClr val="bg1"/>
                    </a:solidFill>
                  </a:tcPr>
                </a:tc>
                <a:tc>
                  <a:txBody>
                    <a:bodyPr/>
                    <a:lstStyle/>
                    <a:p>
                      <a:r>
                        <a:rPr lang="en-US" sz="1600" dirty="0"/>
                        <a:t>Major Benefits</a:t>
                      </a:r>
                    </a:p>
                  </a:txBody>
                  <a:tcPr>
                    <a:solidFill>
                      <a:schemeClr val="bg1"/>
                    </a:solidFill>
                  </a:tcPr>
                </a:tc>
                <a:tc>
                  <a:txBody>
                    <a:bodyPr/>
                    <a:lstStyle/>
                    <a:p>
                      <a:r>
                        <a:rPr lang="en-US" sz="1600" dirty="0"/>
                        <a:t>Major Limitation</a:t>
                      </a:r>
                    </a:p>
                  </a:txBody>
                  <a:tcPr>
                    <a:solidFill>
                      <a:schemeClr val="bg1"/>
                    </a:solidFill>
                  </a:tcPr>
                </a:tc>
                <a:tc>
                  <a:txBody>
                    <a:bodyPr/>
                    <a:lstStyle/>
                    <a:p>
                      <a:r>
                        <a:rPr lang="en-US" sz="1600" dirty="0"/>
                        <a:t>Current Status</a:t>
                      </a:r>
                    </a:p>
                  </a:txBody>
                  <a:tcPr>
                    <a:solidFill>
                      <a:schemeClr val="bg1"/>
                    </a:solidFill>
                  </a:tcPr>
                </a:tc>
                <a:extLst>
                  <a:ext uri="{0D108BD9-81ED-4DB2-BD59-A6C34878D82A}">
                    <a16:rowId xmlns:a16="http://schemas.microsoft.com/office/drawing/2014/main" val="49387070"/>
                  </a:ext>
                </a:extLst>
              </a:tr>
              <a:tr h="510478">
                <a:tc>
                  <a:txBody>
                    <a:bodyPr/>
                    <a:lstStyle/>
                    <a:p>
                      <a:r>
                        <a:rPr lang="en-US" sz="1200" dirty="0"/>
                        <a:t>AI</a:t>
                      </a:r>
                    </a:p>
                  </a:txBody>
                  <a:tcPr/>
                </a:tc>
                <a:tc>
                  <a:txBody>
                    <a:bodyPr/>
                    <a:lstStyle/>
                    <a:p>
                      <a:r>
                        <a:rPr lang="en-US" sz="1200" dirty="0"/>
                        <a:t>Traffic and Congestion</a:t>
                      </a:r>
                    </a:p>
                  </a:txBody>
                  <a:tcPr/>
                </a:tc>
                <a:tc>
                  <a:txBody>
                    <a:bodyPr/>
                    <a:lstStyle/>
                    <a:p>
                      <a:r>
                        <a:rPr lang="en-US" sz="1200" dirty="0"/>
                        <a:t>Transport</a:t>
                      </a:r>
                    </a:p>
                  </a:txBody>
                  <a:tcPr/>
                </a:tc>
                <a:tc>
                  <a:txBody>
                    <a:bodyPr/>
                    <a:lstStyle/>
                    <a:p>
                      <a:r>
                        <a:rPr lang="en-US" sz="1200" dirty="0"/>
                        <a:t>Can predict and work around congestion, reducing packet loss</a:t>
                      </a:r>
                    </a:p>
                  </a:txBody>
                  <a:tcPr/>
                </a:tc>
                <a:tc>
                  <a:txBody>
                    <a:bodyPr/>
                    <a:lstStyle/>
                    <a:p>
                      <a:r>
                        <a:rPr lang="en-US" sz="1200" dirty="0"/>
                        <a:t>Its dataset can easily be influenced for the worse by  anomalies</a:t>
                      </a:r>
                    </a:p>
                  </a:txBody>
                  <a:tcPr/>
                </a:tc>
                <a:tc>
                  <a:txBody>
                    <a:bodyPr/>
                    <a:lstStyle/>
                    <a:p>
                      <a:r>
                        <a:rPr lang="en-US" sz="1200" dirty="0"/>
                        <a:t>Emerging</a:t>
                      </a:r>
                    </a:p>
                  </a:txBody>
                  <a:tcPr/>
                </a:tc>
                <a:extLst>
                  <a:ext uri="{0D108BD9-81ED-4DB2-BD59-A6C34878D82A}">
                    <a16:rowId xmlns:a16="http://schemas.microsoft.com/office/drawing/2014/main" val="318351535"/>
                  </a:ext>
                </a:extLst>
              </a:tr>
              <a:tr h="510478">
                <a:tc>
                  <a:txBody>
                    <a:bodyPr/>
                    <a:lstStyle/>
                    <a:p>
                      <a:r>
                        <a:rPr lang="en-US" sz="1200" dirty="0"/>
                        <a:t>Quantum Networking</a:t>
                      </a:r>
                    </a:p>
                  </a:txBody>
                  <a:tcPr/>
                </a:tc>
                <a:tc>
                  <a:txBody>
                    <a:bodyPr/>
                    <a:lstStyle/>
                    <a:p>
                      <a:r>
                        <a:rPr lang="en-US" sz="1200" dirty="0"/>
                        <a:t>Advances the internet via Quantum Mechanics.</a:t>
                      </a:r>
                    </a:p>
                  </a:txBody>
                  <a:tcPr/>
                </a:tc>
                <a:tc>
                  <a:txBody>
                    <a:bodyPr/>
                    <a:lstStyle/>
                    <a:p>
                      <a:r>
                        <a:rPr lang="en-US" sz="1200" dirty="0"/>
                        <a:t>All</a:t>
                      </a:r>
                    </a:p>
                  </a:txBody>
                  <a:tcPr/>
                </a:tc>
                <a:tc>
                  <a:txBody>
                    <a:bodyPr/>
                    <a:lstStyle/>
                    <a:p>
                      <a:r>
                        <a:rPr lang="en-US" sz="1200" dirty="0"/>
                        <a:t>Teleportation</a:t>
                      </a:r>
                    </a:p>
                  </a:txBody>
                  <a:tcPr/>
                </a:tc>
                <a:tc>
                  <a:txBody>
                    <a:bodyPr/>
                    <a:lstStyle/>
                    <a:p>
                      <a:r>
                        <a:rPr lang="en-US" sz="1200" dirty="0"/>
                        <a:t>Things such as cloning become far more limited</a:t>
                      </a:r>
                    </a:p>
                  </a:txBody>
                  <a:tcPr/>
                </a:tc>
                <a:tc>
                  <a:txBody>
                    <a:bodyPr/>
                    <a:lstStyle/>
                    <a:p>
                      <a:r>
                        <a:rPr lang="en-US" sz="1200" dirty="0"/>
                        <a:t>Mostly Research</a:t>
                      </a:r>
                    </a:p>
                  </a:txBody>
                  <a:tcPr/>
                </a:tc>
                <a:extLst>
                  <a:ext uri="{0D108BD9-81ED-4DB2-BD59-A6C34878D82A}">
                    <a16:rowId xmlns:a16="http://schemas.microsoft.com/office/drawing/2014/main" val="3907591868"/>
                  </a:ext>
                </a:extLst>
              </a:tr>
              <a:tr h="510478">
                <a:tc>
                  <a:txBody>
                    <a:bodyPr/>
                    <a:lstStyle/>
                    <a:p>
                      <a:r>
                        <a:rPr lang="en-US" sz="1200" dirty="0"/>
                        <a:t>Post-Quantum Security</a:t>
                      </a:r>
                    </a:p>
                  </a:txBody>
                  <a:tcPr/>
                </a:tc>
                <a:tc>
                  <a:txBody>
                    <a:bodyPr/>
                    <a:lstStyle/>
                    <a:p>
                      <a:r>
                        <a:rPr lang="en-US" sz="1200" dirty="0"/>
                        <a:t>Possible security flaws of Quantum Networking</a:t>
                      </a:r>
                    </a:p>
                  </a:txBody>
                  <a:tcPr/>
                </a:tc>
                <a:tc>
                  <a:txBody>
                    <a:bodyPr/>
                    <a:lstStyle/>
                    <a:p>
                      <a:r>
                        <a:rPr lang="en-US" sz="1200" dirty="0"/>
                        <a:t>Transport</a:t>
                      </a:r>
                    </a:p>
                  </a:txBody>
                  <a:tcPr/>
                </a:tc>
                <a:tc>
                  <a:txBody>
                    <a:bodyPr/>
                    <a:lstStyle/>
                    <a:p>
                      <a:r>
                        <a:rPr lang="en-US" sz="1200" dirty="0"/>
                        <a:t>Increases the security of our current internet</a:t>
                      </a:r>
                    </a:p>
                  </a:txBody>
                  <a:tcPr/>
                </a:tc>
                <a:tc>
                  <a:txBody>
                    <a:bodyPr/>
                    <a:lstStyle/>
                    <a:p>
                      <a:r>
                        <a:rPr lang="en-US" sz="1200" dirty="0"/>
                        <a:t>Hard to account for the security of something not yet built</a:t>
                      </a:r>
                    </a:p>
                  </a:txBody>
                  <a:tcPr/>
                </a:tc>
                <a:tc>
                  <a:txBody>
                    <a:bodyPr/>
                    <a:lstStyle/>
                    <a:p>
                      <a:r>
                        <a:rPr lang="en-US" sz="1200" dirty="0"/>
                        <a:t>Emerging</a:t>
                      </a:r>
                    </a:p>
                  </a:txBody>
                  <a:tcPr/>
                </a:tc>
                <a:extLst>
                  <a:ext uri="{0D108BD9-81ED-4DB2-BD59-A6C34878D82A}">
                    <a16:rowId xmlns:a16="http://schemas.microsoft.com/office/drawing/2014/main" val="3188709058"/>
                  </a:ext>
                </a:extLst>
              </a:tr>
              <a:tr h="510478">
                <a:tc>
                  <a:txBody>
                    <a:bodyPr/>
                    <a:lstStyle/>
                    <a:p>
                      <a:r>
                        <a:rPr lang="en-US" sz="1200" dirty="0"/>
                        <a:t>Blockchain</a:t>
                      </a:r>
                    </a:p>
                  </a:txBody>
                  <a:tcPr/>
                </a:tc>
                <a:tc>
                  <a:txBody>
                    <a:bodyPr/>
                    <a:lstStyle/>
                    <a:p>
                      <a:r>
                        <a:rPr lang="en-US" sz="1200" dirty="0"/>
                        <a:t>Security of devices and the internet’s current centralized state.</a:t>
                      </a:r>
                    </a:p>
                  </a:txBody>
                  <a:tcPr/>
                </a:tc>
                <a:tc>
                  <a:txBody>
                    <a:bodyPr/>
                    <a:lstStyle/>
                    <a:p>
                      <a:r>
                        <a:rPr lang="en-US" sz="1200" dirty="0"/>
                        <a:t>Application</a:t>
                      </a:r>
                    </a:p>
                  </a:txBody>
                  <a:tcPr/>
                </a:tc>
                <a:tc>
                  <a:txBody>
                    <a:bodyPr/>
                    <a:lstStyle/>
                    <a:p>
                      <a:r>
                        <a:rPr lang="en-US" sz="1200" dirty="0"/>
                        <a:t>Hard to change anything stored</a:t>
                      </a:r>
                    </a:p>
                  </a:txBody>
                  <a:tcPr/>
                </a:tc>
                <a:tc>
                  <a:txBody>
                    <a:bodyPr/>
                    <a:lstStyle/>
                    <a:p>
                      <a:r>
                        <a:rPr lang="en-US" sz="1200" dirty="0"/>
                        <a:t>Hard to change anything stored</a:t>
                      </a:r>
                    </a:p>
                  </a:txBody>
                  <a:tcPr/>
                </a:tc>
                <a:tc>
                  <a:txBody>
                    <a:bodyPr/>
                    <a:lstStyle/>
                    <a:p>
                      <a:r>
                        <a:rPr lang="en-US" sz="1200" dirty="0"/>
                        <a:t>Deployed</a:t>
                      </a:r>
                    </a:p>
                  </a:txBody>
                  <a:tcPr/>
                </a:tc>
                <a:extLst>
                  <a:ext uri="{0D108BD9-81ED-4DB2-BD59-A6C34878D82A}">
                    <a16:rowId xmlns:a16="http://schemas.microsoft.com/office/drawing/2014/main" val="2142921451"/>
                  </a:ext>
                </a:extLst>
              </a:tr>
              <a:tr h="510478">
                <a:tc>
                  <a:txBody>
                    <a:bodyPr/>
                    <a:lstStyle/>
                    <a:p>
                      <a:r>
                        <a:rPr lang="en-US" sz="1200" dirty="0"/>
                        <a:t>6G</a:t>
                      </a:r>
                    </a:p>
                  </a:txBody>
                  <a:tcPr/>
                </a:tc>
                <a:tc>
                  <a:txBody>
                    <a:bodyPr/>
                    <a:lstStyle/>
                    <a:p>
                      <a:r>
                        <a:rPr lang="en-US" sz="1200" dirty="0"/>
                        <a:t>Range and effectiveness of 5G</a:t>
                      </a:r>
                    </a:p>
                  </a:txBody>
                  <a:tcPr/>
                </a:tc>
                <a:tc>
                  <a:txBody>
                    <a:bodyPr/>
                    <a:lstStyle/>
                    <a:p>
                      <a:r>
                        <a:rPr lang="en-US" sz="1200" dirty="0"/>
                        <a:t>Link Layer</a:t>
                      </a:r>
                    </a:p>
                  </a:txBody>
                  <a:tcPr/>
                </a:tc>
                <a:tc>
                  <a:txBody>
                    <a:bodyPr/>
                    <a:lstStyle/>
                    <a:p>
                      <a:r>
                        <a:rPr lang="en-US" sz="1200" dirty="0"/>
                        <a:t>Massive Improvement to 5G, and allows for more “new” Tech</a:t>
                      </a:r>
                    </a:p>
                  </a:txBody>
                  <a:tcPr/>
                </a:tc>
                <a:tc>
                  <a:txBody>
                    <a:bodyPr/>
                    <a:lstStyle/>
                    <a:p>
                      <a:r>
                        <a:rPr lang="en-US" sz="1200" dirty="0"/>
                        <a:t>Don’t quite have the tech yet.</a:t>
                      </a:r>
                    </a:p>
                  </a:txBody>
                  <a:tcPr/>
                </a:tc>
                <a:tc>
                  <a:txBody>
                    <a:bodyPr/>
                    <a:lstStyle/>
                    <a:p>
                      <a:r>
                        <a:rPr lang="en-US" sz="1200" dirty="0"/>
                        <a:t>Experimental</a:t>
                      </a:r>
                    </a:p>
                  </a:txBody>
                  <a:tcPr/>
                </a:tc>
                <a:extLst>
                  <a:ext uri="{0D108BD9-81ED-4DB2-BD59-A6C34878D82A}">
                    <a16:rowId xmlns:a16="http://schemas.microsoft.com/office/drawing/2014/main" val="692421021"/>
                  </a:ext>
                </a:extLst>
              </a:tr>
            </a:tbl>
          </a:graphicData>
        </a:graphic>
      </p:graphicFrame>
    </p:spTree>
    <p:extLst>
      <p:ext uri="{BB962C8B-B14F-4D97-AF65-F5344CB8AC3E}">
        <p14:creationId xmlns:p14="http://schemas.microsoft.com/office/powerpoint/2010/main" val="4065111180"/>
      </p:ext>
    </p:extLst>
  </p:cSld>
  <p:clrMapOvr>
    <a:masterClrMapping/>
  </p:clrMapOvr>
  <mc:AlternateContent xmlns:mc="http://schemas.openxmlformats.org/markup-compatibility/2006">
    <mc:Choice xmlns:p14="http://schemas.microsoft.com/office/powerpoint/2010/main" Requires="p14">
      <p:transition spd="slow" p14:dur="2000" advTm="141134"/>
    </mc:Choice>
    <mc:Fallback>
      <p:transition spd="slow" advTm="141134"/>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49E51-2783-B37E-5489-12F59342F582}"/>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C4E4E92C-6786-53B2-34E4-016D97C5E61F}"/>
              </a:ext>
            </a:extLst>
          </p:cNvPr>
          <p:cNvSpPr>
            <a:spLocks noGrp="1"/>
          </p:cNvSpPr>
          <p:nvPr>
            <p:ph type="title"/>
          </p:nvPr>
        </p:nvSpPr>
        <p:spPr>
          <a:xfrm>
            <a:off x="612647" y="546410"/>
            <a:ext cx="10969753" cy="399228"/>
          </a:xfrm>
        </p:spPr>
        <p:txBody>
          <a:bodyPr/>
          <a:lstStyle/>
          <a:p>
            <a:pPr algn="ctr"/>
            <a:r>
              <a:rPr lang="en-US" dirty="0"/>
              <a:t>Works Cited</a:t>
            </a:r>
          </a:p>
        </p:txBody>
      </p:sp>
      <p:sp>
        <p:nvSpPr>
          <p:cNvPr id="16" name="Content Placeholder 3">
            <a:extLst>
              <a:ext uri="{FF2B5EF4-FFF2-40B4-BE49-F238E27FC236}">
                <a16:creationId xmlns:a16="http://schemas.microsoft.com/office/drawing/2014/main" id="{B08B37FA-321A-A7B6-C4BD-8B8595AECE3F}"/>
              </a:ext>
            </a:extLst>
          </p:cNvPr>
          <p:cNvSpPr>
            <a:spLocks noGrp="1"/>
          </p:cNvSpPr>
          <p:nvPr>
            <p:ph sz="quarter" idx="18"/>
          </p:nvPr>
        </p:nvSpPr>
        <p:spPr>
          <a:xfrm>
            <a:off x="612647" y="945638"/>
            <a:ext cx="10969752" cy="5655884"/>
          </a:xfrm>
        </p:spPr>
        <p:txBody>
          <a:bodyPr>
            <a:normAutofit fontScale="77500" lnSpcReduction="20000"/>
          </a:bodyPr>
          <a:lstStyle/>
          <a:p>
            <a:r>
              <a:rPr lang="en-US" dirty="0"/>
              <a:t>A. S. Cacciapuoti, M. </a:t>
            </a:r>
            <a:r>
              <a:rPr lang="en-US" dirty="0" err="1"/>
              <a:t>Caleffi</a:t>
            </a:r>
            <a:r>
              <a:rPr lang="en-US" dirty="0"/>
              <a:t>, F. Tafuri, F. S. </a:t>
            </a:r>
            <a:r>
              <a:rPr lang="en-US" dirty="0" err="1"/>
              <a:t>Cataliotti</a:t>
            </a:r>
            <a:r>
              <a:rPr lang="en-US" dirty="0"/>
              <a:t>, S. Gherardini, and G. Bianchi, “Quantum Internet: Networking Challenges in Distributed Quantum Computing,” </a:t>
            </a:r>
            <a:r>
              <a:rPr lang="en-US" i="1" dirty="0"/>
              <a:t>IEEE Network</a:t>
            </a:r>
            <a:r>
              <a:rPr lang="en-US" dirty="0"/>
              <a:t>, vol. 34, no. 1, pp. 137–143, 2020, </a:t>
            </a:r>
            <a:r>
              <a:rPr lang="en-US" dirty="0" err="1"/>
              <a:t>doi</a:t>
            </a:r>
            <a:r>
              <a:rPr lang="en-US" dirty="0"/>
              <a:t>: </a:t>
            </a:r>
            <a:r>
              <a:rPr lang="en-US" dirty="0">
                <a:hlinkClick r:id="rId3"/>
              </a:rPr>
              <a:t>10.1109/MNET.001.1900092</a:t>
            </a:r>
            <a:r>
              <a:rPr lang="en-US" dirty="0"/>
              <a:t>.</a:t>
            </a:r>
          </a:p>
          <a:p>
            <a:r>
              <a:rPr lang="en-US" dirty="0"/>
              <a:t>C. T. Nguyen, D. T. Hoang, D. N. Nguyen, D. </a:t>
            </a:r>
            <a:r>
              <a:rPr lang="en-US" dirty="0" err="1"/>
              <a:t>Niyato</a:t>
            </a:r>
            <a:r>
              <a:rPr lang="en-US" dirty="0"/>
              <a:t>, H. T. Nguyen, and E. Dutkiewicz, “Proof-of-Stake Consensus Mechanisms for Future Blockchain Networks: Fundamentals, Applications and Opportunities,” </a:t>
            </a:r>
            <a:r>
              <a:rPr lang="en-US" i="1" dirty="0"/>
              <a:t>IEEE Access</a:t>
            </a:r>
            <a:r>
              <a:rPr lang="en-US" dirty="0"/>
              <a:t>, vol. 7, pp. 85727–85745, 2019, </a:t>
            </a:r>
            <a:r>
              <a:rPr lang="en-US" dirty="0" err="1"/>
              <a:t>doi</a:t>
            </a:r>
            <a:r>
              <a:rPr lang="en-US" dirty="0"/>
              <a:t>: </a:t>
            </a:r>
            <a:r>
              <a:rPr lang="en-US" dirty="0">
                <a:hlinkClick r:id="rId4"/>
              </a:rPr>
              <a:t>10.1109/ACCESS.2019.2925010</a:t>
            </a:r>
            <a:r>
              <a:rPr lang="en-US" dirty="0"/>
              <a:t>.</a:t>
            </a:r>
          </a:p>
          <a:p>
            <a:r>
              <a:rPr lang="en-US" dirty="0"/>
              <a:t>H. Du </a:t>
            </a:r>
            <a:r>
              <a:rPr lang="en-US" i="1" dirty="0"/>
              <a:t>et al.</a:t>
            </a:r>
            <a:r>
              <a:rPr lang="en-US" dirty="0"/>
              <a:t>, “Enhancing Deep Reinforcement Learning: A Tutorial on Generative Diffusion Models in Network Optimization,” </a:t>
            </a:r>
            <a:r>
              <a:rPr lang="en-US" i="1" dirty="0"/>
              <a:t>IEEE Communications Surveys &amp; Tutorials</a:t>
            </a:r>
            <a:r>
              <a:rPr lang="en-US" dirty="0"/>
              <a:t>, vol. 26, no. 4, pp. 2611–2646, 2024, </a:t>
            </a:r>
            <a:r>
              <a:rPr lang="en-US" dirty="0" err="1"/>
              <a:t>doi</a:t>
            </a:r>
            <a:r>
              <a:rPr lang="en-US" dirty="0"/>
              <a:t>: </a:t>
            </a:r>
            <a:r>
              <a:rPr lang="en-US" dirty="0">
                <a:hlinkClick r:id="rId5"/>
              </a:rPr>
              <a:t>10.1109/COMST.2024.3400011</a:t>
            </a:r>
            <a:r>
              <a:rPr lang="en-US" dirty="0"/>
              <a:t>.</a:t>
            </a:r>
          </a:p>
          <a:p>
            <a:r>
              <a:rPr lang="en-US" dirty="0"/>
              <a:t>H. </a:t>
            </a:r>
            <a:r>
              <a:rPr lang="en-US" dirty="0" err="1"/>
              <a:t>Tataria</a:t>
            </a:r>
            <a:r>
              <a:rPr lang="en-US" dirty="0"/>
              <a:t>, M. Shafi, A. F. Molisch, M. Dohler, H. </a:t>
            </a:r>
            <a:r>
              <a:rPr lang="en-US" dirty="0" err="1"/>
              <a:t>Sjöland</a:t>
            </a:r>
            <a:r>
              <a:rPr lang="en-US" dirty="0"/>
              <a:t>, and F. Tufvesson, “6G Wireless Systems: Vision, Requirements, Challenges, Insights, and Opportunities,” </a:t>
            </a:r>
            <a:r>
              <a:rPr lang="en-US" i="1" dirty="0"/>
              <a:t>Proceedings of the IEEE</a:t>
            </a:r>
            <a:r>
              <a:rPr lang="en-US" dirty="0"/>
              <a:t>, vol. 109, no. 7, pp. 1166–1199, 2021, </a:t>
            </a:r>
            <a:r>
              <a:rPr lang="en-US" dirty="0" err="1"/>
              <a:t>doi</a:t>
            </a:r>
            <a:r>
              <a:rPr lang="en-US" dirty="0"/>
              <a:t>: </a:t>
            </a:r>
            <a:r>
              <a:rPr lang="en-US" dirty="0">
                <a:hlinkClick r:id="rId6"/>
              </a:rPr>
              <a:t>10.1109/JPROC.2021.3061701</a:t>
            </a:r>
            <a:r>
              <a:rPr lang="en-US" dirty="0"/>
              <a:t>.</a:t>
            </a:r>
          </a:p>
          <a:p>
            <a:r>
              <a:rPr lang="en-US" dirty="0"/>
              <a:t>J. F. Kurose and K. Ross, </a:t>
            </a:r>
            <a:r>
              <a:rPr lang="en-US" i="1" dirty="0"/>
              <a:t>Computer Networking: A Top-Down Approach</a:t>
            </a:r>
            <a:r>
              <a:rPr lang="en-US" dirty="0"/>
              <a:t>, 9th ed. London, England: Pearson, 2025.</a:t>
            </a:r>
          </a:p>
          <a:p>
            <a:r>
              <a:rPr lang="en-US" dirty="0"/>
              <a:t>K. B. </a:t>
            </a:r>
            <a:r>
              <a:rPr lang="en-US" dirty="0" err="1"/>
              <a:t>Letaief</a:t>
            </a:r>
            <a:r>
              <a:rPr lang="en-US" dirty="0"/>
              <a:t>, W. Chen, Y. Shi, J. Zhang, and Y.-J. A. Zhang, “The Roadmap to 6G: AI Empowered Wireless Networks,” </a:t>
            </a:r>
            <a:r>
              <a:rPr lang="en-US" i="1" dirty="0"/>
              <a:t>IEEE Communications Magazine</a:t>
            </a:r>
            <a:r>
              <a:rPr lang="en-US" dirty="0"/>
              <a:t>, vol. 57, no. 8, pp. 84–90, 2019, </a:t>
            </a:r>
            <a:r>
              <a:rPr lang="en-US" dirty="0" err="1"/>
              <a:t>doi</a:t>
            </a:r>
            <a:r>
              <a:rPr lang="en-US" dirty="0"/>
              <a:t>: </a:t>
            </a:r>
            <a:r>
              <a:rPr lang="en-US" dirty="0">
                <a:hlinkClick r:id="rId7"/>
              </a:rPr>
              <a:t>10.1109/MCOM.2019.1900271</a:t>
            </a:r>
            <a:r>
              <a:rPr lang="en-US" dirty="0"/>
              <a:t>.</a:t>
            </a:r>
          </a:p>
          <a:p>
            <a:r>
              <a:rPr lang="en-US" dirty="0"/>
              <a:t>L. Chen </a:t>
            </a:r>
            <a:r>
              <a:rPr lang="en-US" i="1" dirty="0"/>
              <a:t>et al.</a:t>
            </a:r>
            <a:r>
              <a:rPr lang="en-US" dirty="0"/>
              <a:t>, “Report on Post-Quantum Cryptography,” National Institute of Standards and Technology, Maryland, Apr. 2016.</a:t>
            </a:r>
          </a:p>
          <a:p>
            <a:r>
              <a:rPr lang="en-US" dirty="0"/>
              <a:t>M. Giordani, M. Polese, M. </a:t>
            </a:r>
            <a:r>
              <a:rPr lang="en-US" dirty="0" err="1"/>
              <a:t>Mezzavilla</a:t>
            </a:r>
            <a:r>
              <a:rPr lang="en-US" dirty="0"/>
              <a:t>, S. Rangan, and M. Zorzi, “Toward 6G Networks: Use Cases and Technologies,” </a:t>
            </a:r>
            <a:r>
              <a:rPr lang="en-US" i="1" dirty="0"/>
              <a:t>IEEE Communications Magazine</a:t>
            </a:r>
            <a:r>
              <a:rPr lang="en-US" dirty="0"/>
              <a:t>, vol. 58, no. 3, pp. 55–61, 2020, </a:t>
            </a:r>
            <a:r>
              <a:rPr lang="en-US" dirty="0" err="1"/>
              <a:t>doi</a:t>
            </a:r>
            <a:r>
              <a:rPr lang="en-US" dirty="0"/>
              <a:t>: </a:t>
            </a:r>
            <a:r>
              <a:rPr lang="en-US" dirty="0">
                <a:hlinkClick r:id="rId8"/>
              </a:rPr>
              <a:t>10.1109/MCOM.001.1900411</a:t>
            </a:r>
            <a:r>
              <a:rPr lang="en-US" dirty="0"/>
              <a:t>.</a:t>
            </a:r>
          </a:p>
          <a:p>
            <a:r>
              <a:rPr lang="en-US" dirty="0"/>
              <a:t>R. </a:t>
            </a:r>
            <a:r>
              <a:rPr lang="en-US" dirty="0" err="1"/>
              <a:t>Chataut</a:t>
            </a:r>
            <a:r>
              <a:rPr lang="en-US" dirty="0"/>
              <a:t>, M. Nankya, and R. Akl, “6G Networks and the AI Revolution—Exploring Technologies, Applications, and Emerging Challenges,” </a:t>
            </a:r>
            <a:r>
              <a:rPr lang="en-US" i="1" dirty="0"/>
              <a:t>Sensors</a:t>
            </a:r>
            <a:r>
              <a:rPr lang="en-US" dirty="0"/>
              <a:t>, vol. 24, no. 6, 2024, </a:t>
            </a:r>
            <a:r>
              <a:rPr lang="en-US" dirty="0" err="1"/>
              <a:t>doi</a:t>
            </a:r>
            <a:r>
              <a:rPr lang="en-US" dirty="0"/>
              <a:t>: </a:t>
            </a:r>
            <a:r>
              <a:rPr lang="en-US" dirty="0">
                <a:hlinkClick r:id="rId9"/>
              </a:rPr>
              <a:t>10.3390/s24061888</a:t>
            </a:r>
            <a:r>
              <a:rPr lang="en-US" dirty="0"/>
              <a:t>.</a:t>
            </a:r>
          </a:p>
          <a:p>
            <a:r>
              <a:rPr lang="en-US" dirty="0"/>
              <a:t>R. </a:t>
            </a:r>
            <a:r>
              <a:rPr lang="en-US" dirty="0" err="1"/>
              <a:t>Etengu</a:t>
            </a:r>
            <a:r>
              <a:rPr lang="en-US" dirty="0"/>
              <a:t>, S. C. Tan, L. C. Kwang, F. M. Abbou, and T. C. Chuah, “AI-Assisted Framework for Green-Routing and Load Balancing in Hybrid Software-Defined</a:t>
            </a:r>
          </a:p>
          <a:p>
            <a:r>
              <a:rPr lang="en-US" dirty="0"/>
              <a:t>Networking: Proposal, Challenges and Future Perspective,” </a:t>
            </a:r>
            <a:r>
              <a:rPr lang="en-US" i="1" dirty="0"/>
              <a:t>IEEE Access</a:t>
            </a:r>
            <a:r>
              <a:rPr lang="en-US" dirty="0"/>
              <a:t>, vol. 8, pp. 166384–166441, 2020, </a:t>
            </a:r>
            <a:r>
              <a:rPr lang="en-US" dirty="0" err="1"/>
              <a:t>doi</a:t>
            </a:r>
            <a:r>
              <a:rPr lang="en-US" dirty="0"/>
              <a:t>: </a:t>
            </a:r>
            <a:r>
              <a:rPr lang="en-US" dirty="0">
                <a:hlinkClick r:id="rId10"/>
              </a:rPr>
              <a:t>10.1109/ACCESS.2020.3022291</a:t>
            </a:r>
            <a:r>
              <a:rPr lang="en-US" dirty="0"/>
              <a:t>.</a:t>
            </a:r>
          </a:p>
          <a:p>
            <a:r>
              <a:rPr lang="en-US" dirty="0"/>
              <a:t>R. Van Meter, “Quantum Networking and Internetworking,” </a:t>
            </a:r>
            <a:r>
              <a:rPr lang="en-US" i="1" dirty="0"/>
              <a:t>IEEE Network</a:t>
            </a:r>
            <a:r>
              <a:rPr lang="en-US" dirty="0"/>
              <a:t>, vol. 26, no. 4, pp. 59–64, 2012, </a:t>
            </a:r>
            <a:r>
              <a:rPr lang="en-US" dirty="0" err="1"/>
              <a:t>doi</a:t>
            </a:r>
            <a:r>
              <a:rPr lang="en-US" dirty="0"/>
              <a:t>: </a:t>
            </a:r>
            <a:r>
              <a:rPr lang="en-US" dirty="0">
                <a:hlinkClick r:id="rId11"/>
              </a:rPr>
              <a:t>10.1109/MNET.2012.6246754</a:t>
            </a:r>
            <a:r>
              <a:rPr lang="en-US" dirty="0"/>
              <a:t>.</a:t>
            </a:r>
          </a:p>
          <a:p>
            <a:endParaRPr lang="en-US" dirty="0"/>
          </a:p>
          <a:p>
            <a:r>
              <a:rPr lang="en-US" dirty="0"/>
              <a:t>Stock Images sourced from </a:t>
            </a:r>
            <a:r>
              <a:rPr lang="en-US" b="1" dirty="0"/>
              <a:t>iStock</a:t>
            </a:r>
          </a:p>
        </p:txBody>
      </p:sp>
    </p:spTree>
    <p:extLst>
      <p:ext uri="{BB962C8B-B14F-4D97-AF65-F5344CB8AC3E}">
        <p14:creationId xmlns:p14="http://schemas.microsoft.com/office/powerpoint/2010/main" val="2431529295"/>
      </p:ext>
    </p:extLst>
  </p:cSld>
  <p:clrMapOvr>
    <a:masterClrMapping/>
  </p:clrMapOvr>
  <mc:AlternateContent xmlns:mc="http://schemas.openxmlformats.org/markup-compatibility/2006">
    <mc:Choice xmlns:p14="http://schemas.microsoft.com/office/powerpoint/2010/main" Requires="p14">
      <p:transition spd="slow" p14:dur="2000" advTm="9607"/>
    </mc:Choice>
    <mc:Fallback>
      <p:transition spd="slow" advTm="9607"/>
    </mc:Fallback>
  </mc:AlternateContent>
</p:sld>
</file>

<file path=ppt/theme/theme1.xml><?xml version="1.0" encoding="utf-8"?>
<a:theme xmlns:a="http://schemas.openxmlformats.org/drawingml/2006/main" name="Monochrome black">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77">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nochrome black_5bea5add-6c97-4a41-a1fa-a039388976df_wac_v2" id="{9B2EB732-E258-47BC-8927-E73431036F1F}" vid="{31795664-2011-4E74-82BD-ADEEE70EBCA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90E2691A1820443A749AA1232CB206F" ma:contentTypeVersion="10" ma:contentTypeDescription="Create a new document." ma:contentTypeScope="" ma:versionID="626778f240467ba7e1dafc6472a94c0a">
  <xsd:schema xmlns:xsd="http://www.w3.org/2001/XMLSchema" xmlns:xs="http://www.w3.org/2001/XMLSchema" xmlns:p="http://schemas.microsoft.com/office/2006/metadata/properties" xmlns:ns3="daff040d-a1fa-4811-9a0f-f7b435f0ed22" targetNamespace="http://schemas.microsoft.com/office/2006/metadata/properties" ma:root="true" ma:fieldsID="67bcbe035117bc14f42768ea2c84c5c8" ns3:_="">
    <xsd:import namespace="daff040d-a1fa-4811-9a0f-f7b435f0ed22"/>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GenerationTime" minOccurs="0"/>
                <xsd:element ref="ns3:MediaServiceEventHashCode" minOccurs="0"/>
                <xsd:element ref="ns3:MediaLengthInSecond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f040d-a1fa-4811-9a0f-f7b435f0ed2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daff040d-a1fa-4811-9a0f-f7b435f0ed22" xsi:nil="true"/>
  </documentManagement>
</p:properties>
</file>

<file path=customXml/itemProps1.xml><?xml version="1.0" encoding="utf-8"?>
<ds:datastoreItem xmlns:ds="http://schemas.openxmlformats.org/officeDocument/2006/customXml" ds:itemID="{6CF41106-7944-4105-B1F6-6FC072F98021}">
  <ds:schemaRefs>
    <ds:schemaRef ds:uri="daff040d-a1fa-4811-9a0f-f7b435f0ed2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8E339AF-67FC-4BA3-8B2E-038B3ED310D5}">
  <ds:schemaRefs>
    <ds:schemaRef ds:uri="http://schemas.microsoft.com/sharepoint/v3/contenttype/forms"/>
  </ds:schemaRefs>
</ds:datastoreItem>
</file>

<file path=customXml/itemProps3.xml><?xml version="1.0" encoding="utf-8"?>
<ds:datastoreItem xmlns:ds="http://schemas.openxmlformats.org/officeDocument/2006/customXml" ds:itemID="{4B99ED26-B189-4BA1-99D0-1112D8C2F106}">
  <ds:schemaRefs>
    <ds:schemaRef ds:uri="daff040d-a1fa-4811-9a0f-f7b435f0ed2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Lab 2 - Networks of The Future</Template>
  <TotalTime>452</TotalTime>
  <Words>2720</Words>
  <Application>Microsoft Office PowerPoint</Application>
  <PresentationFormat>Widescreen</PresentationFormat>
  <Paragraphs>239</Paragraphs>
  <Slides>14</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Arial</vt:lpstr>
      <vt:lpstr>Neue Haas Grotesk Text Pro</vt:lpstr>
      <vt:lpstr>Wingdings</vt:lpstr>
      <vt:lpstr>Monochrome black</vt:lpstr>
      <vt:lpstr>Networks of   the future</vt:lpstr>
      <vt:lpstr>Today’s Network</vt:lpstr>
      <vt:lpstr>Future Improvement: 6g</vt:lpstr>
      <vt:lpstr>Observing the current internet</vt:lpstr>
      <vt:lpstr>AI and the future of network optimization</vt:lpstr>
      <vt:lpstr>Quantum networks and quantum-safe networks</vt:lpstr>
      <vt:lpstr>Quantum networks and quantum-safe networks cont.</vt:lpstr>
      <vt:lpstr>The blockchain and Decentralized Networking</vt:lpstr>
      <vt:lpstr>Encapsulation: does it still matter?</vt:lpstr>
      <vt:lpstr>From arpanet to the future internet</vt:lpstr>
      <vt:lpstr>One future technology 6g</vt:lpstr>
      <vt:lpstr>The future network architecture challenge</vt:lpstr>
      <vt:lpstr>Research Comparison Matrix</vt:lpstr>
      <vt:lpstr>Works Cited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Bruxvoort, James</dc:creator>
  <cp:lastModifiedBy>Bruxvoort, James</cp:lastModifiedBy>
  <cp:revision>1</cp:revision>
  <dcterms:created xsi:type="dcterms:W3CDTF">2026-10-19T12:50:28Z</dcterms:created>
  <dcterms:modified xsi:type="dcterms:W3CDTF">2026-10-19T20:23:01Z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0x010100890E2691A1820443A749AA1232CB206F</vt:lpwstr>
  </property>
  <property fmtid="{D5CDD505-2E9C-101B-9397-08002B2CF9AE}" pid="3" name="MediaServiceImageTags">
    <vt:lpwstr/>
  </property>
</Properties>
</file>