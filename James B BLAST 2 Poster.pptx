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7" r:id="rId2"/>
  </p:sldIdLst>
  <p:sldSz cx="43891200" cy="32918400"/>
  <p:notesSz cx="6858000" cy="9144000"/>
  <p:embeddedFontLst>
    <p:embeddedFont>
      <p:font typeface="Arial Black" panose="020B0A04020102020204" pitchFamily="34" charset="0"/>
      <p:bold r:id="rId4"/>
    </p:embeddedFont>
    <p:embeddedFont>
      <p:font typeface="Garamond" panose="02020404030301010803" pitchFamily="18" charset="0"/>
      <p:regular r:id="rId5"/>
      <p:bold r:id="rId6"/>
      <p:italic r:id="rId7"/>
    </p:embeddedFont>
    <p:embeddedFont>
      <p:font typeface="Helvetica Neue"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h6s/6j4kNOWpoJDMPdlVG1TC5k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C6DBD0-3EA5-4924-92D3-BB11EDF04A60}" v="51" dt="2026-10-27T18:23:24.7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0" d="100"/>
          <a:sy n="20" d="100"/>
        </p:scale>
        <p:origin x="1572" y="30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tableStyles" Target="tableStyles.xml"/><Relationship Id="rId7" Type="http://schemas.openxmlformats.org/officeDocument/2006/relationships/font" Target="fonts/font4.fntdata"/><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font" Target="fonts/font7.fntdata"/><Relationship Id="rId19"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font" Target="fonts/font6.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xvoort, James" userId="f0417c9c-4fa6-4821-bb72-fcb719d18724" providerId="ADAL" clId="{D934D90D-6AED-47AE-8A7F-F32627584AAF}"/>
    <pc:docChg chg="undo custSel addSld delSld modSld sldOrd addMainMaster delMainMaster">
      <pc:chgData name="Bruxvoort, James" userId="f0417c9c-4fa6-4821-bb72-fcb719d18724" providerId="ADAL" clId="{D934D90D-6AED-47AE-8A7F-F32627584AAF}" dt="2026-10-27T18:25:11.948" v="1219" actId="1035"/>
      <pc:docMkLst>
        <pc:docMk/>
      </pc:docMkLst>
      <pc:sldChg chg="del">
        <pc:chgData name="Bruxvoort, James" userId="f0417c9c-4fa6-4821-bb72-fcb719d18724" providerId="ADAL" clId="{D934D90D-6AED-47AE-8A7F-F32627584AAF}" dt="2026-10-26T02:18:03.659" v="126" actId="47"/>
        <pc:sldMkLst>
          <pc:docMk/>
          <pc:sldMk cId="0" sldId="256"/>
        </pc:sldMkLst>
      </pc:sldChg>
      <pc:sldChg chg="addSp delSp modSp mod ord setBg modClrScheme chgLayout">
        <pc:chgData name="Bruxvoort, James" userId="f0417c9c-4fa6-4821-bb72-fcb719d18724" providerId="ADAL" clId="{D934D90D-6AED-47AE-8A7F-F32627584AAF}" dt="2026-10-27T18:25:11.948" v="1219" actId="1035"/>
        <pc:sldMkLst>
          <pc:docMk/>
          <pc:sldMk cId="1021656319" sldId="257"/>
        </pc:sldMkLst>
        <pc:spChg chg="mod">
          <ac:chgData name="Bruxvoort, James" userId="f0417c9c-4fa6-4821-bb72-fcb719d18724" providerId="ADAL" clId="{D934D90D-6AED-47AE-8A7F-F32627584AAF}" dt="2026-10-27T17:38:12.115" v="635" actId="20577"/>
          <ac:spMkLst>
            <pc:docMk/>
            <pc:sldMk cId="1021656319" sldId="257"/>
            <ac:spMk id="4" creationId="{BFB2A746-3935-790E-246E-D82FE0D726A5}"/>
          </ac:spMkLst>
        </pc:spChg>
        <pc:spChg chg="mod">
          <ac:chgData name="Bruxvoort, James" userId="f0417c9c-4fa6-4821-bb72-fcb719d18724" providerId="ADAL" clId="{D934D90D-6AED-47AE-8A7F-F32627584AAF}" dt="2026-10-27T17:39:36.889" v="649" actId="1037"/>
          <ac:spMkLst>
            <pc:docMk/>
            <pc:sldMk cId="1021656319" sldId="257"/>
            <ac:spMk id="5" creationId="{8346E921-71A2-108E-3C07-EE9F0C7A28C5}"/>
          </ac:spMkLst>
        </pc:spChg>
        <pc:spChg chg="add del mod">
          <ac:chgData name="Bruxvoort, James" userId="f0417c9c-4fa6-4821-bb72-fcb719d18724" providerId="ADAL" clId="{D934D90D-6AED-47AE-8A7F-F32627584AAF}" dt="2026-10-26T02:13:43.210" v="97"/>
          <ac:spMkLst>
            <pc:docMk/>
            <pc:sldMk cId="1021656319" sldId="257"/>
            <ac:spMk id="6" creationId="{746ADCA0-25CA-5E93-3EB3-A0024F4C5C81}"/>
          </ac:spMkLst>
        </pc:spChg>
        <pc:spChg chg="add del mod">
          <ac:chgData name="Bruxvoort, James" userId="f0417c9c-4fa6-4821-bb72-fcb719d18724" providerId="ADAL" clId="{D934D90D-6AED-47AE-8A7F-F32627584AAF}" dt="2026-10-26T02:13:46.915" v="100"/>
          <ac:spMkLst>
            <pc:docMk/>
            <pc:sldMk cId="1021656319" sldId="257"/>
            <ac:spMk id="7" creationId="{475EE531-2A2F-65A5-685F-3D07BDD3F57A}"/>
          </ac:spMkLst>
        </pc:spChg>
        <pc:spChg chg="add del mod ord">
          <ac:chgData name="Bruxvoort, James" userId="f0417c9c-4fa6-4821-bb72-fcb719d18724" providerId="ADAL" clId="{D934D90D-6AED-47AE-8A7F-F32627584AAF}" dt="2026-10-26T02:13:55.638" v="102" actId="700"/>
          <ac:spMkLst>
            <pc:docMk/>
            <pc:sldMk cId="1021656319" sldId="257"/>
            <ac:spMk id="8" creationId="{BB25384E-0880-0097-615C-26DF65083B7F}"/>
          </ac:spMkLst>
        </pc:spChg>
        <pc:spChg chg="add del mod ord">
          <ac:chgData name="Bruxvoort, James" userId="f0417c9c-4fa6-4821-bb72-fcb719d18724" providerId="ADAL" clId="{D934D90D-6AED-47AE-8A7F-F32627584AAF}" dt="2026-10-26T02:13:55.638" v="102" actId="700"/>
          <ac:spMkLst>
            <pc:docMk/>
            <pc:sldMk cId="1021656319" sldId="257"/>
            <ac:spMk id="9" creationId="{1F4A79DC-5FF8-CDD0-1109-D8CA4937BF6C}"/>
          </ac:spMkLst>
        </pc:spChg>
        <pc:spChg chg="add del mod">
          <ac:chgData name="Bruxvoort, James" userId="f0417c9c-4fa6-4821-bb72-fcb719d18724" providerId="ADAL" clId="{D934D90D-6AED-47AE-8A7F-F32627584AAF}" dt="2026-10-27T17:34:14.112" v="549" actId="478"/>
          <ac:spMkLst>
            <pc:docMk/>
            <pc:sldMk cId="1021656319" sldId="257"/>
            <ac:spMk id="9" creationId="{DDE4F36A-0ED5-1F73-696C-FA894B3242B7}"/>
          </ac:spMkLst>
        </pc:spChg>
        <pc:spChg chg="add mod">
          <ac:chgData name="Bruxvoort, James" userId="f0417c9c-4fa6-4821-bb72-fcb719d18724" providerId="ADAL" clId="{D934D90D-6AED-47AE-8A7F-F32627584AAF}" dt="2026-10-27T18:21:34.556" v="1088" actId="1076"/>
          <ac:spMkLst>
            <pc:docMk/>
            <pc:sldMk cId="1021656319" sldId="257"/>
            <ac:spMk id="10" creationId="{3FD61A1F-161F-656F-4D43-B5DB8660E040}"/>
          </ac:spMkLst>
        </pc:spChg>
        <pc:spChg chg="add del mod ord">
          <ac:chgData name="Bruxvoort, James" userId="f0417c9c-4fa6-4821-bb72-fcb719d18724" providerId="ADAL" clId="{D934D90D-6AED-47AE-8A7F-F32627584AAF}" dt="2026-10-26T02:16:07.129" v="104" actId="478"/>
          <ac:spMkLst>
            <pc:docMk/>
            <pc:sldMk cId="1021656319" sldId="257"/>
            <ac:spMk id="10" creationId="{4EBBFE47-784A-9A45-0581-60377D2849C6}"/>
          </ac:spMkLst>
        </pc:spChg>
        <pc:spChg chg="add del mod ord">
          <ac:chgData name="Bruxvoort, James" userId="f0417c9c-4fa6-4821-bb72-fcb719d18724" providerId="ADAL" clId="{D934D90D-6AED-47AE-8A7F-F32627584AAF}" dt="2026-10-26T02:16:08.905" v="105" actId="478"/>
          <ac:spMkLst>
            <pc:docMk/>
            <pc:sldMk cId="1021656319" sldId="257"/>
            <ac:spMk id="11" creationId="{1ED0147F-67FA-8163-06D8-F84C54FBFFAF}"/>
          </ac:spMkLst>
        </pc:spChg>
        <pc:spChg chg="add mod">
          <ac:chgData name="Bruxvoort, James" userId="f0417c9c-4fa6-4821-bb72-fcb719d18724" providerId="ADAL" clId="{D934D90D-6AED-47AE-8A7F-F32627584AAF}" dt="2026-10-27T18:21:28.596" v="1087" actId="1076"/>
          <ac:spMkLst>
            <pc:docMk/>
            <pc:sldMk cId="1021656319" sldId="257"/>
            <ac:spMk id="12" creationId="{CF0AEA75-04D6-E25D-116D-BD4A43601850}"/>
          </ac:spMkLst>
        </pc:spChg>
        <pc:spChg chg="add del mod ord">
          <ac:chgData name="Bruxvoort, James" userId="f0417c9c-4fa6-4821-bb72-fcb719d18724" providerId="ADAL" clId="{D934D90D-6AED-47AE-8A7F-F32627584AAF}" dt="2026-10-26T02:17:37.555" v="119" actId="478"/>
          <ac:spMkLst>
            <pc:docMk/>
            <pc:sldMk cId="1021656319" sldId="257"/>
            <ac:spMk id="12" creationId="{DF7452EB-274F-8C30-A95A-169568061C37}"/>
          </ac:spMkLst>
        </pc:spChg>
        <pc:spChg chg="add del mod ord">
          <ac:chgData name="Bruxvoort, James" userId="f0417c9c-4fa6-4821-bb72-fcb719d18724" providerId="ADAL" clId="{D934D90D-6AED-47AE-8A7F-F32627584AAF}" dt="2026-10-26T02:17:38.633" v="120" actId="478"/>
          <ac:spMkLst>
            <pc:docMk/>
            <pc:sldMk cId="1021656319" sldId="257"/>
            <ac:spMk id="13" creationId="{8D1EECC0-8033-50AE-4C59-6C17D03397B4}"/>
          </ac:spMkLst>
        </pc:spChg>
        <pc:spChg chg="add mod">
          <ac:chgData name="Bruxvoort, James" userId="f0417c9c-4fa6-4821-bb72-fcb719d18724" providerId="ADAL" clId="{D934D90D-6AED-47AE-8A7F-F32627584AAF}" dt="2026-10-27T18:00:20.922" v="943" actId="20577"/>
          <ac:spMkLst>
            <pc:docMk/>
            <pc:sldMk cId="1021656319" sldId="257"/>
            <ac:spMk id="18" creationId="{F1AA3E31-8552-8529-AE05-8AE6BE018055}"/>
          </ac:spMkLst>
        </pc:spChg>
        <pc:spChg chg="add mod">
          <ac:chgData name="Bruxvoort, James" userId="f0417c9c-4fa6-4821-bb72-fcb719d18724" providerId="ADAL" clId="{D934D90D-6AED-47AE-8A7F-F32627584AAF}" dt="2026-10-27T18:00:13.003" v="919"/>
          <ac:spMkLst>
            <pc:docMk/>
            <pc:sldMk cId="1021656319" sldId="257"/>
            <ac:spMk id="20" creationId="{318DD67F-4BF4-1AD9-E6E4-5F529DB57389}"/>
          </ac:spMkLst>
        </pc:spChg>
        <pc:spChg chg="add mod">
          <ac:chgData name="Bruxvoort, James" userId="f0417c9c-4fa6-4821-bb72-fcb719d18724" providerId="ADAL" clId="{D934D90D-6AED-47AE-8A7F-F32627584AAF}" dt="2026-10-27T18:02:43.537" v="1019" actId="1076"/>
          <ac:spMkLst>
            <pc:docMk/>
            <pc:sldMk cId="1021656319" sldId="257"/>
            <ac:spMk id="22" creationId="{5179D34E-2043-5765-16EC-D16FC4D20420}"/>
          </ac:spMkLst>
        </pc:spChg>
        <pc:spChg chg="add mod">
          <ac:chgData name="Bruxvoort, James" userId="f0417c9c-4fa6-4821-bb72-fcb719d18724" providerId="ADAL" clId="{D934D90D-6AED-47AE-8A7F-F32627584AAF}" dt="2026-10-27T18:08:31.372" v="1058" actId="948"/>
          <ac:spMkLst>
            <pc:docMk/>
            <pc:sldMk cId="1021656319" sldId="257"/>
            <ac:spMk id="24" creationId="{7A6C0A73-441B-914A-0D49-4D02AC953611}"/>
          </ac:spMkLst>
        </pc:spChg>
        <pc:spChg chg="add mod">
          <ac:chgData name="Bruxvoort, James" userId="f0417c9c-4fa6-4821-bb72-fcb719d18724" providerId="ADAL" clId="{D934D90D-6AED-47AE-8A7F-F32627584AAF}" dt="2026-10-27T18:25:11.948" v="1219" actId="1035"/>
          <ac:spMkLst>
            <pc:docMk/>
            <pc:sldMk cId="1021656319" sldId="257"/>
            <ac:spMk id="29" creationId="{6CDBB6AA-C42A-1A9E-F2F0-B65C08F3F375}"/>
          </ac:spMkLst>
        </pc:spChg>
        <pc:spChg chg="add mod">
          <ac:chgData name="Bruxvoort, James" userId="f0417c9c-4fa6-4821-bb72-fcb719d18724" providerId="ADAL" clId="{D934D90D-6AED-47AE-8A7F-F32627584AAF}" dt="2026-10-27T18:25:11.948" v="1219" actId="1035"/>
          <ac:spMkLst>
            <pc:docMk/>
            <pc:sldMk cId="1021656319" sldId="257"/>
            <ac:spMk id="31" creationId="{003F0002-49CA-FBAB-1317-8FE41976D194}"/>
          </ac:spMkLst>
        </pc:spChg>
        <pc:spChg chg="mod">
          <ac:chgData name="Bruxvoort, James" userId="f0417c9c-4fa6-4821-bb72-fcb719d18724" providerId="ADAL" clId="{D934D90D-6AED-47AE-8A7F-F32627584AAF}" dt="2026-10-27T17:59:17.974" v="897" actId="1076"/>
          <ac:spMkLst>
            <pc:docMk/>
            <pc:sldMk cId="1021656319" sldId="257"/>
            <ac:spMk id="72" creationId="{1EB02373-C7D3-8759-3CD3-4A64C96CBCF4}"/>
          </ac:spMkLst>
        </pc:spChg>
        <pc:spChg chg="mod">
          <ac:chgData name="Bruxvoort, James" userId="f0417c9c-4fa6-4821-bb72-fcb719d18724" providerId="ADAL" clId="{D934D90D-6AED-47AE-8A7F-F32627584AAF}" dt="2026-10-27T17:53:17.611" v="797" actId="20577"/>
          <ac:spMkLst>
            <pc:docMk/>
            <pc:sldMk cId="1021656319" sldId="257"/>
            <ac:spMk id="73" creationId="{CDE7B995-FCC9-7219-4B42-C8C17E3AE38C}"/>
          </ac:spMkLst>
        </pc:spChg>
        <pc:spChg chg="mod">
          <ac:chgData name="Bruxvoort, James" userId="f0417c9c-4fa6-4821-bb72-fcb719d18724" providerId="ADAL" clId="{D934D90D-6AED-47AE-8A7F-F32627584AAF}" dt="2026-10-27T18:00:30.056" v="957" actId="20577"/>
          <ac:spMkLst>
            <pc:docMk/>
            <pc:sldMk cId="1021656319" sldId="257"/>
            <ac:spMk id="75" creationId="{5BAD805D-3E03-D7AC-C650-8DEA824D5B04}"/>
          </ac:spMkLst>
        </pc:spChg>
        <pc:spChg chg="mod">
          <ac:chgData name="Bruxvoort, James" userId="f0417c9c-4fa6-4821-bb72-fcb719d18724" providerId="ADAL" clId="{D934D90D-6AED-47AE-8A7F-F32627584AAF}" dt="2026-10-27T18:23:20.690" v="1104" actId="20577"/>
          <ac:spMkLst>
            <pc:docMk/>
            <pc:sldMk cId="1021656319" sldId="257"/>
            <ac:spMk id="76" creationId="{8968F1D9-E919-8218-EC7E-8EA8AA2D17F3}"/>
          </ac:spMkLst>
        </pc:spChg>
        <pc:spChg chg="mod">
          <ac:chgData name="Bruxvoort, James" userId="f0417c9c-4fa6-4821-bb72-fcb719d18724" providerId="ADAL" clId="{D934D90D-6AED-47AE-8A7F-F32627584AAF}" dt="2026-10-27T18:21:28.596" v="1087" actId="1076"/>
          <ac:spMkLst>
            <pc:docMk/>
            <pc:sldMk cId="1021656319" sldId="257"/>
            <ac:spMk id="77" creationId="{CA957DB4-816D-FAF6-326E-1B8F4F1A26DB}"/>
          </ac:spMkLst>
        </pc:spChg>
        <pc:spChg chg="mod">
          <ac:chgData name="Bruxvoort, James" userId="f0417c9c-4fa6-4821-bb72-fcb719d18724" providerId="ADAL" clId="{D934D90D-6AED-47AE-8A7F-F32627584AAF}" dt="2026-10-27T18:24:37.666" v="1157" actId="20577"/>
          <ac:spMkLst>
            <pc:docMk/>
            <pc:sldMk cId="1021656319" sldId="257"/>
            <ac:spMk id="78" creationId="{FED30000-2282-50BA-C959-C30B1E0AD5CC}"/>
          </ac:spMkLst>
        </pc:spChg>
        <pc:spChg chg="mod">
          <ac:chgData name="Bruxvoort, James" userId="f0417c9c-4fa6-4821-bb72-fcb719d18724" providerId="ADAL" clId="{D934D90D-6AED-47AE-8A7F-F32627584AAF}" dt="2026-10-27T18:00:36.814" v="960"/>
          <ac:spMkLst>
            <pc:docMk/>
            <pc:sldMk cId="1021656319" sldId="257"/>
            <ac:spMk id="80" creationId="{847D88E5-839F-47FE-1978-43651102F529}"/>
          </ac:spMkLst>
        </pc:spChg>
        <pc:spChg chg="del mod">
          <ac:chgData name="Bruxvoort, James" userId="f0417c9c-4fa6-4821-bb72-fcb719d18724" providerId="ADAL" clId="{D934D90D-6AED-47AE-8A7F-F32627584AAF}" dt="2026-10-27T17:58:29.219" v="890" actId="478"/>
          <ac:spMkLst>
            <pc:docMk/>
            <pc:sldMk cId="1021656319" sldId="257"/>
            <ac:spMk id="81" creationId="{0E27BE9F-60E7-3E4D-4E51-D3EFD6992C0A}"/>
          </ac:spMkLst>
        </pc:spChg>
        <pc:spChg chg="mod">
          <ac:chgData name="Bruxvoort, James" userId="f0417c9c-4fa6-4821-bb72-fcb719d18724" providerId="ADAL" clId="{D934D90D-6AED-47AE-8A7F-F32627584AAF}" dt="2026-10-27T17:44:36.906" v="669" actId="20577"/>
          <ac:spMkLst>
            <pc:docMk/>
            <pc:sldMk cId="1021656319" sldId="257"/>
            <ac:spMk id="82" creationId="{D7C1C7D1-0916-11CB-508E-C0E03073CD2F}"/>
          </ac:spMkLst>
        </pc:spChg>
        <pc:spChg chg="mod">
          <ac:chgData name="Bruxvoort, James" userId="f0417c9c-4fa6-4821-bb72-fcb719d18724" providerId="ADAL" clId="{D934D90D-6AED-47AE-8A7F-F32627584AAF}" dt="2026-10-27T17:45:04.201" v="682" actId="20577"/>
          <ac:spMkLst>
            <pc:docMk/>
            <pc:sldMk cId="1021656319" sldId="257"/>
            <ac:spMk id="83" creationId="{0FB75BA9-A3E0-B713-A54B-10F89677FF1D}"/>
          </ac:spMkLst>
        </pc:spChg>
        <pc:spChg chg="del">
          <ac:chgData name="Bruxvoort, James" userId="f0417c9c-4fa6-4821-bb72-fcb719d18724" providerId="ADAL" clId="{D934D90D-6AED-47AE-8A7F-F32627584AAF}" dt="2026-10-27T18:04:01.672" v="1025" actId="478"/>
          <ac:spMkLst>
            <pc:docMk/>
            <pc:sldMk cId="1021656319" sldId="257"/>
            <ac:spMk id="84" creationId="{32944D6E-C214-0D57-7C4E-9B85147DD816}"/>
          </ac:spMkLst>
        </pc:spChg>
        <pc:spChg chg="mod">
          <ac:chgData name="Bruxvoort, James" userId="f0417c9c-4fa6-4821-bb72-fcb719d18724" providerId="ADAL" clId="{D934D90D-6AED-47AE-8A7F-F32627584AAF}" dt="2026-10-27T17:59:05.193" v="895" actId="1076"/>
          <ac:spMkLst>
            <pc:docMk/>
            <pc:sldMk cId="1021656319" sldId="257"/>
            <ac:spMk id="87" creationId="{3D2ACC30-5934-4200-1134-DFE1307E8375}"/>
          </ac:spMkLst>
        </pc:spChg>
        <pc:spChg chg="mod">
          <ac:chgData name="Bruxvoort, James" userId="f0417c9c-4fa6-4821-bb72-fcb719d18724" providerId="ADAL" clId="{D934D90D-6AED-47AE-8A7F-F32627584AAF}" dt="2026-10-27T17:59:11.443" v="896" actId="1076"/>
          <ac:spMkLst>
            <pc:docMk/>
            <pc:sldMk cId="1021656319" sldId="257"/>
            <ac:spMk id="88" creationId="{BF53A49A-C16D-E8BA-0A02-B0CC3374753C}"/>
          </ac:spMkLst>
        </pc:spChg>
        <pc:spChg chg="mod">
          <ac:chgData name="Bruxvoort, James" userId="f0417c9c-4fa6-4821-bb72-fcb719d18724" providerId="ADAL" clId="{D934D90D-6AED-47AE-8A7F-F32627584AAF}" dt="2026-10-27T17:59:11.443" v="896" actId="1076"/>
          <ac:spMkLst>
            <pc:docMk/>
            <pc:sldMk cId="1021656319" sldId="257"/>
            <ac:spMk id="89" creationId="{209D5685-D7D8-3081-1DFF-5066A23F3B6B}"/>
          </ac:spMkLst>
        </pc:spChg>
        <pc:spChg chg="del">
          <ac:chgData name="Bruxvoort, James" userId="f0417c9c-4fa6-4821-bb72-fcb719d18724" providerId="ADAL" clId="{D934D90D-6AED-47AE-8A7F-F32627584AAF}" dt="2026-10-27T17:53:50.353" v="801" actId="478"/>
          <ac:spMkLst>
            <pc:docMk/>
            <pc:sldMk cId="1021656319" sldId="257"/>
            <ac:spMk id="90" creationId="{1283555E-BD1D-28FE-6FCA-06ECB62E4CB1}"/>
          </ac:spMkLst>
        </pc:spChg>
        <pc:spChg chg="del mod">
          <ac:chgData name="Bruxvoort, James" userId="f0417c9c-4fa6-4821-bb72-fcb719d18724" providerId="ADAL" clId="{D934D90D-6AED-47AE-8A7F-F32627584AAF}" dt="2026-10-27T17:58:29.219" v="890" actId="478"/>
          <ac:spMkLst>
            <pc:docMk/>
            <pc:sldMk cId="1021656319" sldId="257"/>
            <ac:spMk id="91" creationId="{6E29B756-2881-E0DB-43B7-90BCED288BB7}"/>
          </ac:spMkLst>
        </pc:spChg>
        <pc:spChg chg="mod">
          <ac:chgData name="Bruxvoort, James" userId="f0417c9c-4fa6-4821-bb72-fcb719d18724" providerId="ADAL" clId="{D934D90D-6AED-47AE-8A7F-F32627584AAF}" dt="2026-10-27T17:59:58.758" v="914" actId="1035"/>
          <ac:spMkLst>
            <pc:docMk/>
            <pc:sldMk cId="1021656319" sldId="257"/>
            <ac:spMk id="92" creationId="{B43DE6DB-09AE-6D48-99A0-9299E9AE2AFB}"/>
          </ac:spMkLst>
        </pc:spChg>
        <pc:spChg chg="del">
          <ac:chgData name="Bruxvoort, James" userId="f0417c9c-4fa6-4821-bb72-fcb719d18724" providerId="ADAL" clId="{D934D90D-6AED-47AE-8A7F-F32627584AAF}" dt="2026-10-27T17:53:33.318" v="798" actId="478"/>
          <ac:spMkLst>
            <pc:docMk/>
            <pc:sldMk cId="1021656319" sldId="257"/>
            <ac:spMk id="93" creationId="{AB76BC99-1C3A-96E3-F4C0-4195267D5AA0}"/>
          </ac:spMkLst>
        </pc:spChg>
        <pc:spChg chg="del">
          <ac:chgData name="Bruxvoort, James" userId="f0417c9c-4fa6-4821-bb72-fcb719d18724" providerId="ADAL" clId="{D934D90D-6AED-47AE-8A7F-F32627584AAF}" dt="2026-10-27T18:04:03.982" v="1026" actId="478"/>
          <ac:spMkLst>
            <pc:docMk/>
            <pc:sldMk cId="1021656319" sldId="257"/>
            <ac:spMk id="94" creationId="{8DBB86C5-0886-4093-3875-A78CD21964C1}"/>
          </ac:spMkLst>
        </pc:spChg>
        <pc:spChg chg="mod">
          <ac:chgData name="Bruxvoort, James" userId="f0417c9c-4fa6-4821-bb72-fcb719d18724" providerId="ADAL" clId="{D934D90D-6AED-47AE-8A7F-F32627584AAF}" dt="2026-10-27T18:00:53.657" v="974" actId="20577"/>
          <ac:spMkLst>
            <pc:docMk/>
            <pc:sldMk cId="1021656319" sldId="257"/>
            <ac:spMk id="95" creationId="{97FC2D75-F7AF-B9EB-5FB6-3F4E5942FC4E}"/>
          </ac:spMkLst>
        </pc:spChg>
        <pc:spChg chg="mod">
          <ac:chgData name="Bruxvoort, James" userId="f0417c9c-4fa6-4821-bb72-fcb719d18724" providerId="ADAL" clId="{D934D90D-6AED-47AE-8A7F-F32627584AAF}" dt="2026-10-27T18:01:18.334" v="981" actId="1035"/>
          <ac:spMkLst>
            <pc:docMk/>
            <pc:sldMk cId="1021656319" sldId="257"/>
            <ac:spMk id="96" creationId="{EF25CBFA-B628-7EFE-F60D-164735647D84}"/>
          </ac:spMkLst>
        </pc:spChg>
        <pc:spChg chg="mod">
          <ac:chgData name="Bruxvoort, James" userId="f0417c9c-4fa6-4821-bb72-fcb719d18724" providerId="ADAL" clId="{D934D90D-6AED-47AE-8A7F-F32627584AAF}" dt="2026-10-27T18:11:08.091" v="1082" actId="20577"/>
          <ac:spMkLst>
            <pc:docMk/>
            <pc:sldMk cId="1021656319" sldId="257"/>
            <ac:spMk id="97" creationId="{BBDD24BF-3CEA-5535-A03F-16357F850E8F}"/>
          </ac:spMkLst>
        </pc:spChg>
        <pc:spChg chg="mod">
          <ac:chgData name="Bruxvoort, James" userId="f0417c9c-4fa6-4821-bb72-fcb719d18724" providerId="ADAL" clId="{D934D90D-6AED-47AE-8A7F-F32627584AAF}" dt="2026-10-27T18:02:43.537" v="1019" actId="1076"/>
          <ac:spMkLst>
            <pc:docMk/>
            <pc:sldMk cId="1021656319" sldId="257"/>
            <ac:spMk id="98" creationId="{D24BE2FA-0565-B49C-E9CC-303DE5B295EE}"/>
          </ac:spMkLst>
        </pc:spChg>
        <pc:spChg chg="mod">
          <ac:chgData name="Bruxvoort, James" userId="f0417c9c-4fa6-4821-bb72-fcb719d18724" providerId="ADAL" clId="{D934D90D-6AED-47AE-8A7F-F32627584AAF}" dt="2026-10-27T18:21:34.556" v="1088" actId="1076"/>
          <ac:spMkLst>
            <pc:docMk/>
            <pc:sldMk cId="1021656319" sldId="257"/>
            <ac:spMk id="116" creationId="{AB2BC775-328C-A7CA-3775-9484848C42A9}"/>
          </ac:spMkLst>
        </pc:spChg>
        <pc:spChg chg="mod">
          <ac:chgData name="Bruxvoort, James" userId="f0417c9c-4fa6-4821-bb72-fcb719d18724" providerId="ADAL" clId="{D934D90D-6AED-47AE-8A7F-F32627584AAF}" dt="2026-10-27T17:45:20.175" v="696" actId="20577"/>
          <ac:spMkLst>
            <pc:docMk/>
            <pc:sldMk cId="1021656319" sldId="257"/>
            <ac:spMk id="120" creationId="{A71D4503-97A1-E527-B1FE-41539F04D35B}"/>
          </ac:spMkLst>
        </pc:spChg>
        <pc:spChg chg="mod">
          <ac:chgData name="Bruxvoort, James" userId="f0417c9c-4fa6-4821-bb72-fcb719d18724" providerId="ADAL" clId="{D934D90D-6AED-47AE-8A7F-F32627584AAF}" dt="2026-10-27T17:45:56.533" v="704" actId="1076"/>
          <ac:spMkLst>
            <pc:docMk/>
            <pc:sldMk cId="1021656319" sldId="257"/>
            <ac:spMk id="121" creationId="{5171E334-F46B-F1C1-FB24-76B782B8DD87}"/>
          </ac:spMkLst>
        </pc:spChg>
        <pc:spChg chg="mod">
          <ac:chgData name="Bruxvoort, James" userId="f0417c9c-4fa6-4821-bb72-fcb719d18724" providerId="ADAL" clId="{D934D90D-6AED-47AE-8A7F-F32627584AAF}" dt="2026-10-27T17:52:56.361" v="766" actId="20577"/>
          <ac:spMkLst>
            <pc:docMk/>
            <pc:sldMk cId="1021656319" sldId="257"/>
            <ac:spMk id="122" creationId="{10DEDABE-0D64-F49F-FA4C-C79AA1045203}"/>
          </ac:spMkLst>
        </pc:spChg>
        <pc:spChg chg="del">
          <ac:chgData name="Bruxvoort, James" userId="f0417c9c-4fa6-4821-bb72-fcb719d18724" providerId="ADAL" clId="{D934D90D-6AED-47AE-8A7F-F32627584AAF}" dt="2026-10-27T17:51:54.835" v="706" actId="478"/>
          <ac:spMkLst>
            <pc:docMk/>
            <pc:sldMk cId="1021656319" sldId="257"/>
            <ac:spMk id="123" creationId="{61DA1BD1-922A-410A-69AC-F59CF196E940}"/>
          </ac:spMkLst>
        </pc:spChg>
        <pc:spChg chg="mod">
          <ac:chgData name="Bruxvoort, James" userId="f0417c9c-4fa6-4821-bb72-fcb719d18724" providerId="ADAL" clId="{D934D90D-6AED-47AE-8A7F-F32627584AAF}" dt="2026-10-26T02:16:57.395" v="114" actId="1076"/>
          <ac:spMkLst>
            <pc:docMk/>
            <pc:sldMk cId="1021656319" sldId="257"/>
            <ac:spMk id="124" creationId="{3B786CC7-F243-F965-B3A1-496CB1515B6B}"/>
          </ac:spMkLst>
        </pc:spChg>
        <pc:graphicFrameChg chg="add mod modGraphic">
          <ac:chgData name="Bruxvoort, James" userId="f0417c9c-4fa6-4821-bb72-fcb719d18724" providerId="ADAL" clId="{D934D90D-6AED-47AE-8A7F-F32627584AAF}" dt="2026-10-27T17:59:01.359" v="894" actId="1076"/>
          <ac:graphicFrameMkLst>
            <pc:docMk/>
            <pc:sldMk cId="1021656319" sldId="257"/>
            <ac:graphicFrameMk id="16" creationId="{E8A76081-E437-A161-F8F4-FD678F86B915}"/>
          </ac:graphicFrameMkLst>
        </pc:graphicFrameChg>
        <pc:picChg chg="add mod modCrop">
          <ac:chgData name="Bruxvoort, James" userId="f0417c9c-4fa6-4821-bb72-fcb719d18724" providerId="ADAL" clId="{D934D90D-6AED-47AE-8A7F-F32627584AAF}" dt="2026-10-27T17:21:18.489" v="290" actId="1037"/>
          <ac:picMkLst>
            <pc:docMk/>
            <pc:sldMk cId="1021656319" sldId="257"/>
            <ac:picMk id="7" creationId="{29E14060-134A-2620-FFFD-FC41DD689126}"/>
          </ac:picMkLst>
        </pc:picChg>
        <pc:picChg chg="add mod">
          <ac:chgData name="Bruxvoort, James" userId="f0417c9c-4fa6-4821-bb72-fcb719d18724" providerId="ADAL" clId="{D934D90D-6AED-47AE-8A7F-F32627584AAF}" dt="2026-10-27T17:52:32.160" v="728" actId="1038"/>
          <ac:picMkLst>
            <pc:docMk/>
            <pc:sldMk cId="1021656319" sldId="257"/>
            <ac:picMk id="14" creationId="{D96857BA-C07D-9C1F-33BF-42B22AFCC569}"/>
          </ac:picMkLst>
        </pc:picChg>
        <pc:picChg chg="add del">
          <ac:chgData name="Bruxvoort, James" userId="f0417c9c-4fa6-4821-bb72-fcb719d18724" providerId="ADAL" clId="{D934D90D-6AED-47AE-8A7F-F32627584AAF}" dt="2026-10-27T17:21:14.188" v="280" actId="478"/>
          <ac:picMkLst>
            <pc:docMk/>
            <pc:sldMk cId="1021656319" sldId="257"/>
            <ac:picMk id="15" creationId="{91B27E0B-AD8E-236C-5A1C-19DDB1DDC142}"/>
          </ac:picMkLst>
        </pc:picChg>
        <pc:picChg chg="add mod">
          <ac:chgData name="Bruxvoort, James" userId="f0417c9c-4fa6-4821-bb72-fcb719d18724" providerId="ADAL" clId="{D934D90D-6AED-47AE-8A7F-F32627584AAF}" dt="2026-10-27T18:25:11.948" v="1219" actId="1035"/>
          <ac:picMkLst>
            <pc:docMk/>
            <pc:sldMk cId="1021656319" sldId="257"/>
            <ac:picMk id="26" creationId="{A10F6820-C98F-FBC3-0E91-4BFE4F45233D}"/>
          </ac:picMkLst>
        </pc:picChg>
        <pc:picChg chg="add mod">
          <ac:chgData name="Bruxvoort, James" userId="f0417c9c-4fa6-4821-bb72-fcb719d18724" providerId="ADAL" clId="{D934D90D-6AED-47AE-8A7F-F32627584AAF}" dt="2026-10-27T18:25:11.948" v="1219" actId="1035"/>
          <ac:picMkLst>
            <pc:docMk/>
            <pc:sldMk cId="1021656319" sldId="257"/>
            <ac:picMk id="28" creationId="{F2BED785-89E7-BA7F-6471-A7223F00F8E5}"/>
          </ac:picMkLst>
        </pc:picChg>
        <pc:picChg chg="del">
          <ac:chgData name="Bruxvoort, James" userId="f0417c9c-4fa6-4821-bb72-fcb719d18724" providerId="ADAL" clId="{D934D90D-6AED-47AE-8A7F-F32627584AAF}" dt="2026-10-26T02:37:06.542" v="142" actId="478"/>
          <ac:picMkLst>
            <pc:docMk/>
            <pc:sldMk cId="1021656319" sldId="257"/>
            <ac:picMk id="99" creationId="{9DE0C5DC-9A19-FA11-E70D-EB8A755B4D30}"/>
          </ac:picMkLst>
        </pc:picChg>
        <pc:picChg chg="del">
          <ac:chgData name="Bruxvoort, James" userId="f0417c9c-4fa6-4821-bb72-fcb719d18724" providerId="ADAL" clId="{D934D90D-6AED-47AE-8A7F-F32627584AAF}" dt="2026-10-26T02:34:49.063" v="127" actId="478"/>
          <ac:picMkLst>
            <pc:docMk/>
            <pc:sldMk cId="1021656319" sldId="257"/>
            <ac:picMk id="100" creationId="{28630A22-C30B-C315-FFAC-0825A30D8874}"/>
          </ac:picMkLst>
        </pc:picChg>
        <pc:picChg chg="del">
          <ac:chgData name="Bruxvoort, James" userId="f0417c9c-4fa6-4821-bb72-fcb719d18724" providerId="ADAL" clId="{D934D90D-6AED-47AE-8A7F-F32627584AAF}" dt="2026-10-26T02:34:57.642" v="139" actId="478"/>
          <ac:picMkLst>
            <pc:docMk/>
            <pc:sldMk cId="1021656319" sldId="257"/>
            <ac:picMk id="101" creationId="{83EF4286-ACEA-3B90-A1AE-A77DDAE67EF6}"/>
          </ac:picMkLst>
        </pc:picChg>
        <pc:picChg chg="del">
          <ac:chgData name="Bruxvoort, James" userId="f0417c9c-4fa6-4821-bb72-fcb719d18724" providerId="ADAL" clId="{D934D90D-6AED-47AE-8A7F-F32627584AAF}" dt="2026-10-26T02:34:57.121" v="138" actId="478"/>
          <ac:picMkLst>
            <pc:docMk/>
            <pc:sldMk cId="1021656319" sldId="257"/>
            <ac:picMk id="102" creationId="{AE8D3C0F-DFB7-E559-59C2-E1D8910C3EC8}"/>
          </ac:picMkLst>
        </pc:picChg>
        <pc:picChg chg="del">
          <ac:chgData name="Bruxvoort, James" userId="f0417c9c-4fa6-4821-bb72-fcb719d18724" providerId="ADAL" clId="{D934D90D-6AED-47AE-8A7F-F32627584AAF}" dt="2026-10-26T02:34:55.612" v="136" actId="478"/>
          <ac:picMkLst>
            <pc:docMk/>
            <pc:sldMk cId="1021656319" sldId="257"/>
            <ac:picMk id="103" creationId="{4BD8C1ED-8753-342F-9D98-7AFB0565184D}"/>
          </ac:picMkLst>
        </pc:picChg>
        <pc:picChg chg="del">
          <ac:chgData name="Bruxvoort, James" userId="f0417c9c-4fa6-4821-bb72-fcb719d18724" providerId="ADAL" clId="{D934D90D-6AED-47AE-8A7F-F32627584AAF}" dt="2026-10-26T02:34:56" v="137" actId="478"/>
          <ac:picMkLst>
            <pc:docMk/>
            <pc:sldMk cId="1021656319" sldId="257"/>
            <ac:picMk id="104" creationId="{3D653087-C879-B985-5558-8013A112E4EB}"/>
          </ac:picMkLst>
        </pc:picChg>
        <pc:picChg chg="del">
          <ac:chgData name="Bruxvoort, James" userId="f0417c9c-4fa6-4821-bb72-fcb719d18724" providerId="ADAL" clId="{D934D90D-6AED-47AE-8A7F-F32627584AAF}" dt="2026-10-26T02:35:03.413" v="140" actId="478"/>
          <ac:picMkLst>
            <pc:docMk/>
            <pc:sldMk cId="1021656319" sldId="257"/>
            <ac:picMk id="105" creationId="{A2259D43-F2F9-46D4-E590-B3EBF906CACE}"/>
          </ac:picMkLst>
        </pc:picChg>
        <pc:picChg chg="del">
          <ac:chgData name="Bruxvoort, James" userId="f0417c9c-4fa6-4821-bb72-fcb719d18724" providerId="ADAL" clId="{D934D90D-6AED-47AE-8A7F-F32627584AAF}" dt="2026-10-26T02:35:04.246" v="141" actId="478"/>
          <ac:picMkLst>
            <pc:docMk/>
            <pc:sldMk cId="1021656319" sldId="257"/>
            <ac:picMk id="106" creationId="{2308D482-D63B-F395-286D-B03DC130A4C7}"/>
          </ac:picMkLst>
        </pc:picChg>
        <pc:picChg chg="del">
          <ac:chgData name="Bruxvoort, James" userId="f0417c9c-4fa6-4821-bb72-fcb719d18724" providerId="ADAL" clId="{D934D90D-6AED-47AE-8A7F-F32627584AAF}" dt="2026-10-26T02:34:54.879" v="135" actId="478"/>
          <ac:picMkLst>
            <pc:docMk/>
            <pc:sldMk cId="1021656319" sldId="257"/>
            <ac:picMk id="107" creationId="{BD8CFAEF-C888-0C03-AB72-AA93BCFFDDBD}"/>
          </ac:picMkLst>
        </pc:picChg>
        <pc:picChg chg="del">
          <ac:chgData name="Bruxvoort, James" userId="f0417c9c-4fa6-4821-bb72-fcb719d18724" providerId="ADAL" clId="{D934D90D-6AED-47AE-8A7F-F32627584AAF}" dt="2026-10-26T02:34:49.738" v="128" actId="478"/>
          <ac:picMkLst>
            <pc:docMk/>
            <pc:sldMk cId="1021656319" sldId="257"/>
            <ac:picMk id="108" creationId="{FF9CDC17-9A80-DFA0-7EE6-7FCE26C01A91}"/>
          </ac:picMkLst>
        </pc:picChg>
        <pc:picChg chg="del">
          <ac:chgData name="Bruxvoort, James" userId="f0417c9c-4fa6-4821-bb72-fcb719d18724" providerId="ADAL" clId="{D934D90D-6AED-47AE-8A7F-F32627584AAF}" dt="2026-10-26T02:34:50.196" v="129" actId="478"/>
          <ac:picMkLst>
            <pc:docMk/>
            <pc:sldMk cId="1021656319" sldId="257"/>
            <ac:picMk id="109" creationId="{826A200D-CA27-FF9B-2CB6-DA2D9ABD3B65}"/>
          </ac:picMkLst>
        </pc:picChg>
        <pc:picChg chg="del">
          <ac:chgData name="Bruxvoort, James" userId="f0417c9c-4fa6-4821-bb72-fcb719d18724" providerId="ADAL" clId="{D934D90D-6AED-47AE-8A7F-F32627584AAF}" dt="2026-10-26T02:34:50.638" v="130" actId="478"/>
          <ac:picMkLst>
            <pc:docMk/>
            <pc:sldMk cId="1021656319" sldId="257"/>
            <ac:picMk id="110" creationId="{4BE036D1-9202-C663-C933-D7A77F88B746}"/>
          </ac:picMkLst>
        </pc:picChg>
        <pc:picChg chg="del">
          <ac:chgData name="Bruxvoort, James" userId="f0417c9c-4fa6-4821-bb72-fcb719d18724" providerId="ADAL" clId="{D934D90D-6AED-47AE-8A7F-F32627584AAF}" dt="2026-10-26T02:34:50.993" v="131" actId="478"/>
          <ac:picMkLst>
            <pc:docMk/>
            <pc:sldMk cId="1021656319" sldId="257"/>
            <ac:picMk id="111" creationId="{B9773F3A-87C3-CECF-89E4-5F402F76D080}"/>
          </ac:picMkLst>
        </pc:picChg>
        <pc:picChg chg="del">
          <ac:chgData name="Bruxvoort, James" userId="f0417c9c-4fa6-4821-bb72-fcb719d18724" providerId="ADAL" clId="{D934D90D-6AED-47AE-8A7F-F32627584AAF}" dt="2026-10-26T02:34:53.196" v="133" actId="478"/>
          <ac:picMkLst>
            <pc:docMk/>
            <pc:sldMk cId="1021656319" sldId="257"/>
            <ac:picMk id="112" creationId="{F70ACC57-5AD9-7DA2-643F-5381C5B839C2}"/>
          </ac:picMkLst>
        </pc:picChg>
        <pc:picChg chg="del">
          <ac:chgData name="Bruxvoort, James" userId="f0417c9c-4fa6-4821-bb72-fcb719d18724" providerId="ADAL" clId="{D934D90D-6AED-47AE-8A7F-F32627584AAF}" dt="2026-10-26T02:34:52.684" v="132" actId="478"/>
          <ac:picMkLst>
            <pc:docMk/>
            <pc:sldMk cId="1021656319" sldId="257"/>
            <ac:picMk id="113" creationId="{363C7444-9730-3CF5-7B52-21AD5D02D8BD}"/>
          </ac:picMkLst>
        </pc:picChg>
        <pc:picChg chg="del">
          <ac:chgData name="Bruxvoort, James" userId="f0417c9c-4fa6-4821-bb72-fcb719d18724" providerId="ADAL" clId="{D934D90D-6AED-47AE-8A7F-F32627584AAF}" dt="2026-10-26T02:34:54.396" v="134" actId="478"/>
          <ac:picMkLst>
            <pc:docMk/>
            <pc:sldMk cId="1021656319" sldId="257"/>
            <ac:picMk id="114" creationId="{945046C5-8D4F-3379-1D0A-3C7EE9B464FC}"/>
          </ac:picMkLst>
        </pc:picChg>
        <pc:picChg chg="del">
          <ac:chgData name="Bruxvoort, James" userId="f0417c9c-4fa6-4821-bb72-fcb719d18724" providerId="ADAL" clId="{D934D90D-6AED-47AE-8A7F-F32627584AAF}" dt="2026-10-26T02:37:07.396" v="143" actId="478"/>
          <ac:picMkLst>
            <pc:docMk/>
            <pc:sldMk cId="1021656319" sldId="257"/>
            <ac:picMk id="115" creationId="{931F0088-5E13-76CB-A735-0C7B76D0DBB9}"/>
          </ac:picMkLst>
        </pc:picChg>
        <pc:picChg chg="del">
          <ac:chgData name="Bruxvoort, James" userId="f0417c9c-4fa6-4821-bb72-fcb719d18724" providerId="ADAL" clId="{D934D90D-6AED-47AE-8A7F-F32627584AAF}" dt="2026-10-27T17:33:58.667" v="546" actId="478"/>
          <ac:picMkLst>
            <pc:docMk/>
            <pc:sldMk cId="1021656319" sldId="257"/>
            <ac:picMk id="117" creationId="{F000616B-BD8B-63AB-034B-BA03903F30EB}"/>
          </ac:picMkLst>
        </pc:picChg>
        <pc:picChg chg="del">
          <ac:chgData name="Bruxvoort, James" userId="f0417c9c-4fa6-4821-bb72-fcb719d18724" providerId="ADAL" clId="{D934D90D-6AED-47AE-8A7F-F32627584AAF}" dt="2026-10-26T02:37:07.883" v="144" actId="478"/>
          <ac:picMkLst>
            <pc:docMk/>
            <pc:sldMk cId="1021656319" sldId="257"/>
            <ac:picMk id="118" creationId="{BBE4B3D9-3F63-626B-920D-72BD3F7EA852}"/>
          </ac:picMkLst>
        </pc:picChg>
        <pc:picChg chg="del mod">
          <ac:chgData name="Bruxvoort, James" userId="f0417c9c-4fa6-4821-bb72-fcb719d18724" providerId="ADAL" clId="{D934D90D-6AED-47AE-8A7F-F32627584AAF}" dt="2026-10-26T02:18:00.165" v="124" actId="478"/>
          <ac:picMkLst>
            <pc:docMk/>
            <pc:sldMk cId="1021656319" sldId="257"/>
            <ac:picMk id="119" creationId="{3FB379AE-1E7D-177A-6300-4A3C6E9E0716}"/>
          </ac:picMkLst>
        </pc:picChg>
      </pc:sldChg>
      <pc:sldChg chg="delSp new del mod">
        <pc:chgData name="Bruxvoort, James" userId="f0417c9c-4fa6-4821-bb72-fcb719d18724" providerId="ADAL" clId="{D934D90D-6AED-47AE-8A7F-F32627584AAF}" dt="2026-10-26T02:16:38.635" v="111" actId="47"/>
        <pc:sldMkLst>
          <pc:docMk/>
          <pc:sldMk cId="778959199" sldId="258"/>
        </pc:sldMkLst>
        <pc:spChg chg="del">
          <ac:chgData name="Bruxvoort, James" userId="f0417c9c-4fa6-4821-bb72-fcb719d18724" providerId="ADAL" clId="{D934D90D-6AED-47AE-8A7F-F32627584AAF}" dt="2026-10-26T02:16:30.102" v="109" actId="478"/>
          <ac:spMkLst>
            <pc:docMk/>
            <pc:sldMk cId="778959199" sldId="258"/>
            <ac:spMk id="2" creationId="{66CEF510-1D53-8F76-5AD3-C37E2E9F5A0E}"/>
          </ac:spMkLst>
        </pc:spChg>
        <pc:spChg chg="del">
          <ac:chgData name="Bruxvoort, James" userId="f0417c9c-4fa6-4821-bb72-fcb719d18724" providerId="ADAL" clId="{D934D90D-6AED-47AE-8A7F-F32627584AAF}" dt="2026-10-26T02:16:31.133" v="110" actId="478"/>
          <ac:spMkLst>
            <pc:docMk/>
            <pc:sldMk cId="778959199" sldId="258"/>
            <ac:spMk id="3" creationId="{26BD4DA2-ADE9-B8FE-3855-C99C166C7583}"/>
          </ac:spMkLst>
        </pc:spChg>
      </pc:sldChg>
      <pc:sldMasterChg chg="add del addSldLayout delSldLayout">
        <pc:chgData name="Bruxvoort, James" userId="f0417c9c-4fa6-4821-bb72-fcb719d18724" providerId="ADAL" clId="{D934D90D-6AED-47AE-8A7F-F32627584AAF}" dt="2026-10-26T02:15:57.602" v="103" actId="700"/>
        <pc:sldMasterMkLst>
          <pc:docMk/>
          <pc:sldMasterMk cId="0" sldId="2147483660"/>
        </pc:sldMasterMkLst>
        <pc:sldLayoutChg chg="add del">
          <pc:chgData name="Bruxvoort, James" userId="f0417c9c-4fa6-4821-bb72-fcb719d18724" providerId="ADAL" clId="{D934D90D-6AED-47AE-8A7F-F32627584AAF}" dt="2026-10-26T02:15:57.602" v="103" actId="700"/>
          <pc:sldLayoutMkLst>
            <pc:docMk/>
            <pc:sldMasterMk cId="0" sldId="2147483660"/>
            <pc:sldLayoutMk cId="0"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082ECDFC-2A98-9CF9-151A-E95D09AF01FC}"/>
            </a:ext>
          </a:extLst>
        </p:cNvPr>
        <p:cNvGrpSpPr/>
        <p:nvPr/>
      </p:nvGrpSpPr>
      <p:grpSpPr>
        <a:xfrm>
          <a:off x="0" y="0"/>
          <a:ext cx="0" cy="0"/>
          <a:chOff x="0" y="0"/>
          <a:chExt cx="0" cy="0"/>
        </a:xfrm>
      </p:grpSpPr>
      <p:sp>
        <p:nvSpPr>
          <p:cNvPr id="69" name="Google Shape;69;p1:notes">
            <a:extLst>
              <a:ext uri="{FF2B5EF4-FFF2-40B4-BE49-F238E27FC236}">
                <a16:creationId xmlns:a16="http://schemas.microsoft.com/office/drawing/2014/main" id="{6621B7E9-926F-1247-D691-4E5A5BD8CF9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 name="Google Shape;70;p1:notes">
            <a:extLst>
              <a:ext uri="{FF2B5EF4-FFF2-40B4-BE49-F238E27FC236}">
                <a16:creationId xmlns:a16="http://schemas.microsoft.com/office/drawing/2014/main" id="{108A38AF-D419-35CD-B118-9F616F65A46E}"/>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8000"/>
              </a:lnSpc>
              <a:spcBef>
                <a:spcPts val="0"/>
              </a:spcBef>
              <a:spcAft>
                <a:spcPts val="0"/>
              </a:spcAft>
              <a:buSzPts val="1400"/>
              <a:buNone/>
            </a:pPr>
            <a:endParaRPr dirty="0">
              <a:solidFill>
                <a:srgbClr val="000000"/>
              </a:solidFill>
            </a:endParaRPr>
          </a:p>
        </p:txBody>
      </p:sp>
    </p:spTree>
    <p:extLst>
      <p:ext uri="{BB962C8B-B14F-4D97-AF65-F5344CB8AC3E}">
        <p14:creationId xmlns:p14="http://schemas.microsoft.com/office/powerpoint/2010/main" val="3313201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p:nvPr/>
        </p:nvSpPr>
        <p:spPr>
          <a:xfrm>
            <a:off x="0" y="0"/>
            <a:ext cx="43891200" cy="5255100"/>
          </a:xfrm>
          <a:prstGeom prst="rect">
            <a:avLst/>
          </a:prstGeom>
          <a:solidFill>
            <a:srgbClr val="A64D7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0" y="5255100"/>
            <a:ext cx="43891200" cy="27663300"/>
          </a:xfrm>
          <a:prstGeom prst="rect">
            <a:avLst/>
          </a:prstGeom>
          <a:solidFill>
            <a:srgbClr val="D5A6B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690150"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1148816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22285938"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3306381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292475" y="10226675"/>
            <a:ext cx="37306250" cy="70548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lnSpc>
                <a:spcPct val="100000"/>
              </a:lnSpc>
              <a:spcBef>
                <a:spcPts val="600"/>
              </a:spcBef>
              <a:spcAft>
                <a:spcPts val="0"/>
              </a:spcAft>
              <a:buClr>
                <a:schemeClr val="dk1"/>
              </a:buClr>
              <a:buSzPts val="2900"/>
              <a:buFont typeface="Arial"/>
              <a:buNone/>
              <a:defRPr/>
            </a:lvl1pPr>
            <a:lvl2pPr lvl="1" algn="ctr">
              <a:lnSpc>
                <a:spcPct val="100000"/>
              </a:lnSpc>
              <a:spcBef>
                <a:spcPts val="600"/>
              </a:spcBef>
              <a:spcAft>
                <a:spcPts val="0"/>
              </a:spcAft>
              <a:buClr>
                <a:schemeClr val="dk1"/>
              </a:buClr>
              <a:buSzPts val="2900"/>
              <a:buFont typeface="Arial"/>
              <a:buNone/>
              <a:defRPr/>
            </a:lvl2pPr>
            <a:lvl3pPr lvl="2" algn="ctr">
              <a:lnSpc>
                <a:spcPct val="100000"/>
              </a:lnSpc>
              <a:spcBef>
                <a:spcPts val="600"/>
              </a:spcBef>
              <a:spcAft>
                <a:spcPts val="0"/>
              </a:spcAft>
              <a:buClr>
                <a:schemeClr val="dk1"/>
              </a:buClr>
              <a:buSzPts val="2900"/>
              <a:buFont typeface="Arial"/>
              <a:buNone/>
              <a:defRPr/>
            </a:lvl3pPr>
            <a:lvl4pPr lvl="3" algn="ctr">
              <a:lnSpc>
                <a:spcPct val="100000"/>
              </a:lnSpc>
              <a:spcBef>
                <a:spcPts val="600"/>
              </a:spcBef>
              <a:spcAft>
                <a:spcPts val="0"/>
              </a:spcAft>
              <a:buClr>
                <a:schemeClr val="dk1"/>
              </a:buClr>
              <a:buSzPts val="2900"/>
              <a:buFont typeface="Arial"/>
              <a:buNone/>
              <a:defRPr/>
            </a:lvl4pPr>
            <a:lvl5pPr lvl="4" algn="ctr">
              <a:lnSpc>
                <a:spcPct val="100000"/>
              </a:lnSpc>
              <a:spcBef>
                <a:spcPts val="600"/>
              </a:spcBef>
              <a:spcAft>
                <a:spcPts val="0"/>
              </a:spcAft>
              <a:buClr>
                <a:schemeClr val="dk1"/>
              </a:buClr>
              <a:buSzPts val="2900"/>
              <a:buFont typeface="Arial"/>
              <a:buNone/>
              <a:defRPr/>
            </a:lvl5pPr>
            <a:lvl6pPr lvl="5" algn="ctr">
              <a:lnSpc>
                <a:spcPct val="100000"/>
              </a:lnSpc>
              <a:spcBef>
                <a:spcPts val="600"/>
              </a:spcBef>
              <a:spcAft>
                <a:spcPts val="0"/>
              </a:spcAft>
              <a:buClr>
                <a:schemeClr val="dk1"/>
              </a:buClr>
              <a:buSzPts val="2900"/>
              <a:buFont typeface="Arial"/>
              <a:buNone/>
              <a:defRPr/>
            </a:lvl6pPr>
            <a:lvl7pPr lvl="6" algn="ctr">
              <a:lnSpc>
                <a:spcPct val="100000"/>
              </a:lnSpc>
              <a:spcBef>
                <a:spcPts val="600"/>
              </a:spcBef>
              <a:spcAft>
                <a:spcPts val="0"/>
              </a:spcAft>
              <a:buClr>
                <a:schemeClr val="dk1"/>
              </a:buClr>
              <a:buSzPts val="2900"/>
              <a:buFont typeface="Arial"/>
              <a:buNone/>
              <a:defRPr/>
            </a:lvl7pPr>
            <a:lvl8pPr lvl="7" algn="ctr">
              <a:lnSpc>
                <a:spcPct val="100000"/>
              </a:lnSpc>
              <a:spcBef>
                <a:spcPts val="600"/>
              </a:spcBef>
              <a:spcAft>
                <a:spcPts val="0"/>
              </a:spcAft>
              <a:buClr>
                <a:schemeClr val="dk1"/>
              </a:buClr>
              <a:buSzPts val="2900"/>
              <a:buFont typeface="Arial"/>
              <a:buNone/>
              <a:defRPr/>
            </a:lvl8pPr>
            <a:lvl9pPr lvl="8" algn="ctr">
              <a:lnSpc>
                <a:spcPct val="100000"/>
              </a:lnSpc>
              <a:spcBef>
                <a:spcPts val="600"/>
              </a:spcBef>
              <a:spcAft>
                <a:spcPts val="0"/>
              </a:spcAft>
              <a:buClr>
                <a:schemeClr val="dk1"/>
              </a:buClr>
              <a:buSzPts val="2900"/>
              <a:buFont typeface="Arial"/>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467100" y="21153438"/>
            <a:ext cx="37307838" cy="6537325"/>
          </a:xfrm>
          <a:prstGeom prst="rect">
            <a:avLst/>
          </a:prstGeom>
          <a:noFill/>
          <a:ln>
            <a:noFill/>
          </a:ln>
        </p:spPr>
        <p:txBody>
          <a:bodyPr spcFirstLastPara="1" wrap="square" lIns="45600" tIns="45600" rIns="45600" bIns="456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000"/>
              <a:buFont typeface="Arial"/>
              <a:buNone/>
              <a:defRPr sz="2000"/>
            </a:lvl1pPr>
            <a:lvl2pPr marL="914400" lvl="1" indent="-228600" algn="l">
              <a:lnSpc>
                <a:spcPct val="100000"/>
              </a:lnSpc>
              <a:spcBef>
                <a:spcPts val="600"/>
              </a:spcBef>
              <a:spcAft>
                <a:spcPts val="0"/>
              </a:spcAft>
              <a:buClr>
                <a:schemeClr val="dk1"/>
              </a:buClr>
              <a:buSzPts val="1800"/>
              <a:buFont typeface="Arial"/>
              <a:buNone/>
              <a:defRPr sz="1800"/>
            </a:lvl2pPr>
            <a:lvl3pPr marL="1371600" lvl="2" indent="-228600" algn="l">
              <a:lnSpc>
                <a:spcPct val="100000"/>
              </a:lnSpc>
              <a:spcBef>
                <a:spcPts val="600"/>
              </a:spcBef>
              <a:spcAft>
                <a:spcPts val="0"/>
              </a:spcAft>
              <a:buClr>
                <a:schemeClr val="dk1"/>
              </a:buClr>
              <a:buSzPts val="1600"/>
              <a:buFont typeface="Arial"/>
              <a:buNone/>
              <a:defRPr sz="1600"/>
            </a:lvl3pPr>
            <a:lvl4pPr marL="1828800" lvl="3" indent="-228600" algn="l">
              <a:lnSpc>
                <a:spcPct val="100000"/>
              </a:lnSpc>
              <a:spcBef>
                <a:spcPts val="600"/>
              </a:spcBef>
              <a:spcAft>
                <a:spcPts val="0"/>
              </a:spcAft>
              <a:buClr>
                <a:schemeClr val="dk1"/>
              </a:buClr>
              <a:buSzPts val="1400"/>
              <a:buFont typeface="Arial"/>
              <a:buNone/>
              <a:defRPr sz="1400"/>
            </a:lvl4pPr>
            <a:lvl5pPr marL="2286000" lvl="4" indent="-228600" algn="l">
              <a:lnSpc>
                <a:spcPct val="100000"/>
              </a:lnSpc>
              <a:spcBef>
                <a:spcPts val="600"/>
              </a:spcBef>
              <a:spcAft>
                <a:spcPts val="0"/>
              </a:spcAft>
              <a:buClr>
                <a:schemeClr val="dk1"/>
              </a:buClr>
              <a:buSzPts val="1400"/>
              <a:buFont typeface="Arial"/>
              <a:buNone/>
              <a:defRPr sz="1400"/>
            </a:lvl5pPr>
            <a:lvl6pPr marL="2743200" lvl="5" indent="-228600" algn="l">
              <a:lnSpc>
                <a:spcPct val="100000"/>
              </a:lnSpc>
              <a:spcBef>
                <a:spcPts val="600"/>
              </a:spcBef>
              <a:spcAft>
                <a:spcPts val="0"/>
              </a:spcAft>
              <a:buClr>
                <a:schemeClr val="dk1"/>
              </a:buClr>
              <a:buSzPts val="1400"/>
              <a:buFont typeface="Arial"/>
              <a:buNone/>
              <a:defRPr sz="1400"/>
            </a:lvl6pPr>
            <a:lvl7pPr marL="3200400" lvl="6" indent="-228600" algn="l">
              <a:lnSpc>
                <a:spcPct val="100000"/>
              </a:lnSpc>
              <a:spcBef>
                <a:spcPts val="600"/>
              </a:spcBef>
              <a:spcAft>
                <a:spcPts val="0"/>
              </a:spcAft>
              <a:buClr>
                <a:schemeClr val="dk1"/>
              </a:buClr>
              <a:buSzPts val="1400"/>
              <a:buFont typeface="Arial"/>
              <a:buNone/>
              <a:defRPr sz="1400"/>
            </a:lvl7pPr>
            <a:lvl8pPr marL="3657600" lvl="7" indent="-228600" algn="l">
              <a:lnSpc>
                <a:spcPct val="100000"/>
              </a:lnSpc>
              <a:spcBef>
                <a:spcPts val="600"/>
              </a:spcBef>
              <a:spcAft>
                <a:spcPts val="0"/>
              </a:spcAft>
              <a:buClr>
                <a:schemeClr val="dk1"/>
              </a:buClr>
              <a:buSzPts val="1400"/>
              <a:buFont typeface="Arial"/>
              <a:buNone/>
              <a:defRPr sz="1400"/>
            </a:lvl8pPr>
            <a:lvl9pPr marL="4114800" lvl="8" indent="-228600" algn="l">
              <a:lnSpc>
                <a:spcPct val="100000"/>
              </a:lnSpc>
              <a:spcBef>
                <a:spcPts val="60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693738" y="5638800"/>
            <a:ext cx="21018500"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
        <p:nvSpPr>
          <p:cNvPr id="35" name="Google Shape;35;p7"/>
          <p:cNvSpPr txBox="1">
            <a:spLocks noGrp="1"/>
          </p:cNvSpPr>
          <p:nvPr>
            <p:ph type="body" idx="2"/>
          </p:nvPr>
        </p:nvSpPr>
        <p:spPr>
          <a:xfrm>
            <a:off x="21864638" y="5638800"/>
            <a:ext cx="21020087"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2193925" y="1317625"/>
            <a:ext cx="39503350" cy="548640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39" name="Google Shape;39;p8"/>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
        <p:nvSpPr>
          <p:cNvPr id="40" name="Google Shape;40;p8"/>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41" name="Google Shape;41;p8"/>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193925" y="1311275"/>
            <a:ext cx="14439900" cy="5576888"/>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10"/>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lnSpc>
                <a:spcPct val="100000"/>
              </a:lnSpc>
              <a:spcBef>
                <a:spcPts val="600"/>
              </a:spcBef>
              <a:spcAft>
                <a:spcPts val="0"/>
              </a:spcAft>
              <a:buClr>
                <a:schemeClr val="dk1"/>
              </a:buClr>
              <a:buSzPts val="3200"/>
              <a:buFont typeface="Arial"/>
              <a:buChar char="»"/>
              <a:defRPr sz="3200"/>
            </a:lvl1pPr>
            <a:lvl2pPr marL="914400" lvl="1" indent="-406400" algn="l">
              <a:lnSpc>
                <a:spcPct val="100000"/>
              </a:lnSpc>
              <a:spcBef>
                <a:spcPts val="600"/>
              </a:spcBef>
              <a:spcAft>
                <a:spcPts val="0"/>
              </a:spcAft>
              <a:buClr>
                <a:schemeClr val="dk1"/>
              </a:buClr>
              <a:buSzPts val="2800"/>
              <a:buFont typeface="Arial"/>
              <a:buChar char="–"/>
              <a:defRPr sz="2800"/>
            </a:lvl2pPr>
            <a:lvl3pPr marL="1371600" lvl="2" indent="-381000" algn="l">
              <a:lnSpc>
                <a:spcPct val="100000"/>
              </a:lnSpc>
              <a:spcBef>
                <a:spcPts val="600"/>
              </a:spcBef>
              <a:spcAft>
                <a:spcPts val="0"/>
              </a:spcAft>
              <a:buClr>
                <a:schemeClr val="dk1"/>
              </a:buClr>
              <a:buSzPts val="2400"/>
              <a:buFont typeface="Arial"/>
              <a:buChar char="•"/>
              <a:defRPr sz="2400"/>
            </a:lvl3pPr>
            <a:lvl4pPr marL="1828800" lvl="3" indent="-355600" algn="l">
              <a:lnSpc>
                <a:spcPct val="100000"/>
              </a:lnSpc>
              <a:spcBef>
                <a:spcPts val="600"/>
              </a:spcBef>
              <a:spcAft>
                <a:spcPts val="0"/>
              </a:spcAft>
              <a:buClr>
                <a:schemeClr val="dk1"/>
              </a:buClr>
              <a:buSzPts val="2000"/>
              <a:buFont typeface="Arial"/>
              <a:buChar char="–"/>
              <a:defRPr sz="2000"/>
            </a:lvl4pPr>
            <a:lvl5pPr marL="2286000" lvl="4" indent="-355600" algn="l">
              <a:lnSpc>
                <a:spcPct val="100000"/>
              </a:lnSpc>
              <a:spcBef>
                <a:spcPts val="600"/>
              </a:spcBef>
              <a:spcAft>
                <a:spcPts val="0"/>
              </a:spcAft>
              <a:buClr>
                <a:schemeClr val="dk1"/>
              </a:buClr>
              <a:buSzPts val="2000"/>
              <a:buFont typeface="Arial"/>
              <a:buChar char="»"/>
              <a:defRPr sz="2000"/>
            </a:lvl5pPr>
            <a:lvl6pPr marL="2743200" lvl="5" indent="-355600" algn="l">
              <a:lnSpc>
                <a:spcPct val="100000"/>
              </a:lnSpc>
              <a:spcBef>
                <a:spcPts val="600"/>
              </a:spcBef>
              <a:spcAft>
                <a:spcPts val="0"/>
              </a:spcAft>
              <a:buClr>
                <a:schemeClr val="dk1"/>
              </a:buClr>
              <a:buSzPts val="2000"/>
              <a:buFont typeface="Arial"/>
              <a:buChar char="»"/>
              <a:defRPr sz="2000"/>
            </a:lvl6pPr>
            <a:lvl7pPr marL="3200400" lvl="6" indent="-355600" algn="l">
              <a:lnSpc>
                <a:spcPct val="100000"/>
              </a:lnSpc>
              <a:spcBef>
                <a:spcPts val="600"/>
              </a:spcBef>
              <a:spcAft>
                <a:spcPts val="0"/>
              </a:spcAft>
              <a:buClr>
                <a:schemeClr val="dk1"/>
              </a:buClr>
              <a:buSzPts val="2000"/>
              <a:buFont typeface="Arial"/>
              <a:buChar char="»"/>
              <a:defRPr sz="2000"/>
            </a:lvl7pPr>
            <a:lvl8pPr marL="3657600" lvl="7" indent="-355600" algn="l">
              <a:lnSpc>
                <a:spcPct val="100000"/>
              </a:lnSpc>
              <a:spcBef>
                <a:spcPts val="600"/>
              </a:spcBef>
              <a:spcAft>
                <a:spcPts val="0"/>
              </a:spcAft>
              <a:buClr>
                <a:schemeClr val="dk1"/>
              </a:buClr>
              <a:buSzPts val="2000"/>
              <a:buFont typeface="Arial"/>
              <a:buChar char="»"/>
              <a:defRPr sz="2000"/>
            </a:lvl8pPr>
            <a:lvl9pPr marL="4114800" lvl="8" indent="-355600" algn="l">
              <a:lnSpc>
                <a:spcPct val="100000"/>
              </a:lnSpc>
              <a:spcBef>
                <a:spcPts val="600"/>
              </a:spcBef>
              <a:spcAft>
                <a:spcPts val="0"/>
              </a:spcAft>
              <a:buClr>
                <a:schemeClr val="dk1"/>
              </a:buClr>
              <a:buSzPts val="2000"/>
              <a:buFont typeface="Arial"/>
              <a:buChar char="»"/>
              <a:defRPr sz="2000"/>
            </a:lvl9pPr>
          </a:lstStyle>
          <a:p>
            <a:endParaRPr/>
          </a:p>
        </p:txBody>
      </p:sp>
      <p:sp>
        <p:nvSpPr>
          <p:cNvPr id="47" name="Google Shape;47;p10"/>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02663" y="23042563"/>
            <a:ext cx="26335037" cy="2720975"/>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11"/>
          <p:cNvSpPr>
            <a:spLocks noGrp="1"/>
          </p:cNvSpPr>
          <p:nvPr>
            <p:ph type="pic" idx="2"/>
          </p:nvPr>
        </p:nvSpPr>
        <p:spPr>
          <a:xfrm>
            <a:off x="8602663" y="2941638"/>
            <a:ext cx="26335037" cy="19750087"/>
          </a:xfrm>
          <a:prstGeom prst="rect">
            <a:avLst/>
          </a:prstGeom>
          <a:noFill/>
          <a:ln>
            <a:noFill/>
          </a:ln>
        </p:spPr>
      </p:sp>
      <p:sp>
        <p:nvSpPr>
          <p:cNvPr id="51" name="Google Shape;51;p11"/>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2"/>
          <p:cNvSpPr txBox="1">
            <a:spLocks noGrp="1"/>
          </p:cNvSpPr>
          <p:nvPr>
            <p:ph type="body" idx="1"/>
          </p:nvPr>
        </p:nvSpPr>
        <p:spPr>
          <a:xfrm rot="5400000">
            <a:off x="8149432" y="-1816893"/>
            <a:ext cx="27279600" cy="4219098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rot="5400000">
            <a:off x="21151850" y="11185525"/>
            <a:ext cx="32918400" cy="105473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rot="5400000">
            <a:off x="-19843" y="713582"/>
            <a:ext cx="32918400" cy="3149123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4800600"/>
          </a:xfrm>
          <a:prstGeom prst="rect">
            <a:avLst/>
          </a:prstGeom>
          <a:solidFill>
            <a:srgbClr val="003466"/>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2"/>
          <p:cNvSpPr/>
          <p:nvPr/>
        </p:nvSpPr>
        <p:spPr>
          <a:xfrm>
            <a:off x="693738" y="5638800"/>
            <a:ext cx="9974262"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2"/>
          <p:cNvSpPr/>
          <p:nvPr/>
        </p:nvSpPr>
        <p:spPr>
          <a:xfrm>
            <a:off x="130628" y="4800600"/>
            <a:ext cx="43662600" cy="242887"/>
          </a:xfrm>
          <a:prstGeom prst="rect">
            <a:avLst/>
          </a:prstGeom>
          <a:solidFill>
            <a:srgbClr val="660000"/>
          </a:solidFill>
          <a:ln w="152400" cap="flat" cmpd="sng">
            <a:solidFill>
              <a:srgbClr val="FF99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2"/>
          <p:cNvSpPr/>
          <p:nvPr/>
        </p:nvSpPr>
        <p:spPr>
          <a:xfrm>
            <a:off x="609600" y="32445325"/>
            <a:ext cx="2514600" cy="354013"/>
          </a:xfrm>
          <a:prstGeom prst="rect">
            <a:avLst/>
          </a:prstGeom>
          <a:noFill/>
          <a:ln>
            <a:noFill/>
          </a:ln>
        </p:spPr>
        <p:txBody>
          <a:bodyPr spcFirstLastPara="1" wrap="square" lIns="45600" tIns="45600" rIns="45600" bIns="45600" anchor="t" anchorCtr="0">
            <a:no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808080"/>
                </a:solidFill>
                <a:latin typeface="Arial"/>
                <a:ea typeface="Arial"/>
                <a:cs typeface="Arial"/>
                <a:sym typeface="Arial"/>
              </a:rPr>
              <a:t>TEMPLATE DESIGN © 2008</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600"/>
              </a:spcBef>
              <a:spcAft>
                <a:spcPts val="0"/>
              </a:spcAft>
              <a:buClr>
                <a:srgbClr val="000000"/>
              </a:buClr>
              <a:buSzPts val="1000"/>
              <a:buFont typeface="Arial"/>
              <a:buNone/>
            </a:pPr>
            <a:r>
              <a:rPr lang="en-US" sz="1000" b="1" i="0" u="none" strike="noStrike" cap="none">
                <a:solidFill>
                  <a:srgbClr val="808080"/>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0" name="Google Shape;10;p2"/>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2"/>
          <p:cNvSpPr/>
          <p:nvPr/>
        </p:nvSpPr>
        <p:spPr>
          <a:xfrm>
            <a:off x="114903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2"/>
          <p:cNvSpPr/>
          <p:nvPr/>
        </p:nvSpPr>
        <p:spPr>
          <a:xfrm>
            <a:off x="222726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2"/>
          <p:cNvSpPr/>
          <p:nvPr/>
        </p:nvSpPr>
        <p:spPr>
          <a:xfrm>
            <a:off x="33078738"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4;p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9pPr>
          </a:lstStyle>
          <a:p>
            <a:endParaRPr/>
          </a:p>
        </p:txBody>
      </p:sp>
      <p:sp>
        <p:nvSpPr>
          <p:cNvPr id="15" name="Google Shape;15;p2"/>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6pPr>
            <a:lvl7pPr marL="3200400" marR="0" lvl="6"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7pPr>
            <a:lvl8pPr marL="3657600" marR="0" lvl="7"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8pPr>
            <a:lvl9pPr marL="4114800" marR="0" lvl="8"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71">
          <a:extLst>
            <a:ext uri="{FF2B5EF4-FFF2-40B4-BE49-F238E27FC236}">
              <a16:creationId xmlns:a16="http://schemas.microsoft.com/office/drawing/2014/main" id="{4EA2F2FE-E3F6-1703-9865-7731B77AC283}"/>
            </a:ext>
          </a:extLst>
        </p:cNvPr>
        <p:cNvGrpSpPr/>
        <p:nvPr/>
      </p:nvGrpSpPr>
      <p:grpSpPr>
        <a:xfrm>
          <a:off x="0" y="0"/>
          <a:ext cx="0" cy="0"/>
          <a:chOff x="0" y="0"/>
          <a:chExt cx="0" cy="0"/>
        </a:xfrm>
      </p:grpSpPr>
      <p:sp>
        <p:nvSpPr>
          <p:cNvPr id="72" name="Google Shape;72;p1">
            <a:extLst>
              <a:ext uri="{FF2B5EF4-FFF2-40B4-BE49-F238E27FC236}">
                <a16:creationId xmlns:a16="http://schemas.microsoft.com/office/drawing/2014/main" id="{1EB02373-C7D3-8759-3CD3-4A64C96CBCF4}"/>
              </a:ext>
            </a:extLst>
          </p:cNvPr>
          <p:cNvSpPr/>
          <p:nvPr/>
        </p:nvSpPr>
        <p:spPr>
          <a:xfrm>
            <a:off x="22275800" y="20076274"/>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Benefits</a:t>
            </a:r>
            <a:endParaRPr sz="3600" i="0" u="none" strike="noStrike" cap="none" dirty="0">
              <a:solidFill>
                <a:srgbClr val="000000"/>
              </a:solidFill>
              <a:latin typeface="Garamond"/>
              <a:ea typeface="Garamond"/>
              <a:cs typeface="Garamond"/>
              <a:sym typeface="Garamond"/>
            </a:endParaRPr>
          </a:p>
        </p:txBody>
      </p:sp>
      <p:sp>
        <p:nvSpPr>
          <p:cNvPr id="73" name="Google Shape;73;p1">
            <a:extLst>
              <a:ext uri="{FF2B5EF4-FFF2-40B4-BE49-F238E27FC236}">
                <a16:creationId xmlns:a16="http://schemas.microsoft.com/office/drawing/2014/main" id="{CDE7B995-FCC9-7219-4B42-C8C17E3AE38C}"/>
              </a:ext>
            </a:extLst>
          </p:cNvPr>
          <p:cNvSpPr/>
          <p:nvPr/>
        </p:nvSpPr>
        <p:spPr>
          <a:xfrm>
            <a:off x="22281800" y="563532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Protocol Layer Connection</a:t>
            </a:r>
            <a:endParaRPr sz="3600" i="0" u="none" strike="noStrike" cap="none" dirty="0">
              <a:solidFill>
                <a:srgbClr val="000000"/>
              </a:solidFill>
              <a:latin typeface="Garamond"/>
              <a:ea typeface="Garamond"/>
              <a:cs typeface="Garamond"/>
              <a:sym typeface="Garamond"/>
            </a:endParaRPr>
          </a:p>
        </p:txBody>
      </p:sp>
      <p:pic>
        <p:nvPicPr>
          <p:cNvPr id="74" name="Google Shape;74;p1">
            <a:extLst>
              <a:ext uri="{FF2B5EF4-FFF2-40B4-BE49-F238E27FC236}">
                <a16:creationId xmlns:a16="http://schemas.microsoft.com/office/drawing/2014/main" id="{EEAAA673-BC17-3185-1C58-1688370BB296}"/>
              </a:ext>
            </a:extLst>
          </p:cNvPr>
          <p:cNvPicPr preferRelativeResize="0"/>
          <p:nvPr/>
        </p:nvPicPr>
        <p:blipFill rotWithShape="1">
          <a:blip r:embed="rId3">
            <a:alphaModFix/>
          </a:blip>
          <a:srcRect/>
          <a:stretch/>
        </p:blipFill>
        <p:spPr>
          <a:xfrm>
            <a:off x="37315153" y="621750"/>
            <a:ext cx="6083696" cy="3967800"/>
          </a:xfrm>
          <a:prstGeom prst="rect">
            <a:avLst/>
          </a:prstGeom>
          <a:noFill/>
          <a:ln>
            <a:noFill/>
          </a:ln>
        </p:spPr>
      </p:pic>
      <p:sp>
        <p:nvSpPr>
          <p:cNvPr id="75" name="Google Shape;75;p1">
            <a:extLst>
              <a:ext uri="{FF2B5EF4-FFF2-40B4-BE49-F238E27FC236}">
                <a16:creationId xmlns:a16="http://schemas.microsoft.com/office/drawing/2014/main" id="{5BAD805D-3E03-D7AC-C650-8DEA824D5B04}"/>
              </a:ext>
            </a:extLst>
          </p:cNvPr>
          <p:cNvSpPr/>
          <p:nvPr/>
        </p:nvSpPr>
        <p:spPr>
          <a:xfrm>
            <a:off x="33055050" y="5635325"/>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Current Status</a:t>
            </a:r>
            <a:endParaRPr sz="3600" i="0" u="none" strike="noStrike" cap="none" dirty="0">
              <a:solidFill>
                <a:srgbClr val="000000"/>
              </a:solidFill>
              <a:latin typeface="Garamond"/>
              <a:ea typeface="Garamond"/>
              <a:cs typeface="Garamond"/>
              <a:sym typeface="Garamond"/>
            </a:endParaRPr>
          </a:p>
        </p:txBody>
      </p:sp>
      <p:sp>
        <p:nvSpPr>
          <p:cNvPr id="76" name="Google Shape;76;p1">
            <a:extLst>
              <a:ext uri="{FF2B5EF4-FFF2-40B4-BE49-F238E27FC236}">
                <a16:creationId xmlns:a16="http://schemas.microsoft.com/office/drawing/2014/main" id="{8968F1D9-E919-8218-EC7E-8EA8AA2D17F3}"/>
              </a:ext>
            </a:extLst>
          </p:cNvPr>
          <p:cNvSpPr txBox="1"/>
          <p:nvPr/>
        </p:nvSpPr>
        <p:spPr>
          <a:xfrm>
            <a:off x="696409" y="6277675"/>
            <a:ext cx="9982200" cy="15850453"/>
          </a:xfrm>
          <a:prstGeom prst="rect">
            <a:avLst/>
          </a:prstGeom>
          <a:noFill/>
          <a:ln>
            <a:noFill/>
          </a:ln>
        </p:spPr>
        <p:txBody>
          <a:bodyPr spcFirstLastPara="1" wrap="square" lIns="91425" tIns="45700" rIns="91425" bIns="45700" anchor="t" anchorCtr="0">
            <a:spAutoFit/>
          </a:bodyPr>
          <a:lstStyle/>
          <a:p>
            <a:pPr lvl="0">
              <a:buClr>
                <a:schemeClr val="dk1"/>
              </a:buClr>
              <a:buSzPts val="1100"/>
            </a:pPr>
            <a:r>
              <a:rPr lang="en-US" sz="3200" dirty="0">
                <a:latin typeface="Garamond" panose="02020404030301010803" pitchFamily="18" charset="0"/>
              </a:rPr>
              <a:t>	There are many technologies in our world that would be seen as “coming soon”, one of which being the 6th Generation of cellular networks, also known more commonly as simply “6G”, which this poster goes over some of the basics of. As the name might imply, it’s meant as a replacement for the current 5th generation, promising improved capabilities in range of where a device is used and how many devices are used, as well as far greater energy efficiency. As such, it finds itself at home within the link layer of the internet protocol stack, helping bridge the gap between the physical and the network. </a:t>
            </a:r>
          </a:p>
          <a:p>
            <a:pPr lvl="0">
              <a:buClr>
                <a:schemeClr val="dk1"/>
              </a:buClr>
              <a:buSzPts val="1100"/>
            </a:pPr>
            <a:r>
              <a:rPr lang="en-US" sz="3200" dirty="0">
                <a:latin typeface="Garamond" panose="02020404030301010803" pitchFamily="18" charset="0"/>
              </a:rPr>
              <a:t>	Its method of doing so is various radio waves broadcasted from compatible cell towers, which transfers data both to the users, as well as from users back up to the network. Based on research, one possible real-world application for 6G is within farming, as it allows for the use of reliable real-time internet in previously rural areas that required pit stops at a hot spot to update any data. This is certainly one of its biggest benefits by far and allows for the creation and usage of more smart technologies to improve our lives, even in rural areas, an improvement that’s much more than just the obvious “everything is faster now”. </a:t>
            </a:r>
          </a:p>
          <a:p>
            <a:pPr lvl="0">
              <a:buClr>
                <a:schemeClr val="dk1"/>
              </a:buClr>
              <a:buSzPts val="1100"/>
            </a:pPr>
            <a:r>
              <a:rPr lang="en-US" sz="3200" dirty="0">
                <a:latin typeface="Garamond" panose="02020404030301010803" pitchFamily="18" charset="0"/>
              </a:rPr>
              <a:t>	Of course, we still lack the tech to ultimately set it up unfortunately, and there’s bound to be a backlash to any standardization attempts, just as there was with the construction of 5G. It’s also still in just the experimental stages, with any rollout of it to any party having yet to begin. However, the amount of change it could bring by rolling out the proverbial red carpet for other technologies and future networking advancements is an insane impact, and all the more reason to seek it out.</a:t>
            </a:r>
          </a:p>
        </p:txBody>
      </p:sp>
      <p:sp>
        <p:nvSpPr>
          <p:cNvPr id="77" name="Google Shape;77;p1">
            <a:extLst>
              <a:ext uri="{FF2B5EF4-FFF2-40B4-BE49-F238E27FC236}">
                <a16:creationId xmlns:a16="http://schemas.microsoft.com/office/drawing/2014/main" id="{CA957DB4-816D-FAF6-326E-1B8F4F1A26DB}"/>
              </a:ext>
            </a:extLst>
          </p:cNvPr>
          <p:cNvSpPr/>
          <p:nvPr/>
        </p:nvSpPr>
        <p:spPr>
          <a:xfrm>
            <a:off x="689075" y="29804202"/>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Background</a:t>
            </a:r>
            <a:endParaRPr sz="3600" i="0" u="none" strike="noStrike" cap="none" dirty="0">
              <a:solidFill>
                <a:srgbClr val="000000"/>
              </a:solidFill>
              <a:latin typeface="Garamond"/>
              <a:ea typeface="Garamond"/>
              <a:cs typeface="Garamond"/>
              <a:sym typeface="Garamond"/>
            </a:endParaRPr>
          </a:p>
        </p:txBody>
      </p:sp>
      <p:sp>
        <p:nvSpPr>
          <p:cNvPr id="78" name="Google Shape;78;p1">
            <a:extLst>
              <a:ext uri="{FF2B5EF4-FFF2-40B4-BE49-F238E27FC236}">
                <a16:creationId xmlns:a16="http://schemas.microsoft.com/office/drawing/2014/main" id="{FED30000-2282-50BA-C959-C30B1E0AD5CC}"/>
              </a:ext>
            </a:extLst>
          </p:cNvPr>
          <p:cNvSpPr txBox="1"/>
          <p:nvPr/>
        </p:nvSpPr>
        <p:spPr>
          <a:xfrm>
            <a:off x="6509400" y="184500"/>
            <a:ext cx="30872400" cy="515521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800"/>
              <a:buFont typeface="Arial"/>
              <a:buNone/>
            </a:pPr>
            <a:r>
              <a:rPr lang="en-US" sz="7200" b="1" dirty="0">
                <a:solidFill>
                  <a:srgbClr val="FFFFFF"/>
                </a:solidFill>
                <a:latin typeface="Garamond" panose="02020404030301010803" pitchFamily="18" charset="0"/>
              </a:rPr>
              <a:t>BLAST 2: The Basics of the 6</a:t>
            </a:r>
            <a:r>
              <a:rPr lang="en-US" sz="7200" b="1" baseline="30000" dirty="0">
                <a:solidFill>
                  <a:srgbClr val="FFFFFF"/>
                </a:solidFill>
                <a:latin typeface="Garamond" panose="02020404030301010803" pitchFamily="18" charset="0"/>
              </a:rPr>
              <a:t>th</a:t>
            </a:r>
            <a:r>
              <a:rPr lang="en-US" sz="7200" b="1" dirty="0">
                <a:solidFill>
                  <a:srgbClr val="FFFFFF"/>
                </a:solidFill>
                <a:latin typeface="Garamond" panose="02020404030301010803" pitchFamily="18" charset="0"/>
              </a:rPr>
              <a:t> Generation of cellular network technology</a:t>
            </a:r>
            <a:endParaRPr sz="7200" b="1" i="0" u="none" strike="noStrike" cap="none" dirty="0">
              <a:solidFill>
                <a:srgbClr val="FFFFFF"/>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5400" b="1" i="0" u="none" strike="noStrike" cap="none" dirty="0">
                <a:solidFill>
                  <a:srgbClr val="FFFFFF"/>
                </a:solidFill>
                <a:latin typeface="Garamond" panose="02020404030301010803" pitchFamily="18" charset="0"/>
                <a:sym typeface="Arial"/>
              </a:rPr>
              <a:t>James Bruxvoort</a:t>
            </a:r>
          </a:p>
          <a:p>
            <a:pPr marL="0" marR="0" lvl="0" indent="0" algn="ctr" rtl="0">
              <a:lnSpc>
                <a:spcPct val="100000"/>
              </a:lnSpc>
              <a:spcBef>
                <a:spcPts val="2400"/>
              </a:spcBef>
              <a:spcAft>
                <a:spcPts val="0"/>
              </a:spcAft>
              <a:buClr>
                <a:srgbClr val="000000"/>
              </a:buClr>
              <a:buSzPts val="4300"/>
              <a:buFont typeface="Arial"/>
              <a:buNone/>
            </a:pPr>
            <a:r>
              <a:rPr lang="en-US" sz="5400" b="1" i="0" u="none" strike="noStrike" cap="none" dirty="0">
                <a:solidFill>
                  <a:srgbClr val="FFFFFF"/>
                </a:solidFill>
                <a:latin typeface="Garamond" panose="02020404030301010803" pitchFamily="18" charset="0"/>
                <a:sym typeface="Arial"/>
              </a:rPr>
              <a:t>Computer Networking and Communication, Fall 2026</a:t>
            </a:r>
            <a:endParaRPr sz="11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4300" b="1" i="0" u="none" strike="noStrike" cap="none" dirty="0">
                <a:solidFill>
                  <a:srgbClr val="FFFFFF"/>
                </a:solidFill>
                <a:latin typeface="Garamond" panose="02020404030301010803" pitchFamily="18" charset="0"/>
                <a:sym typeface="Arial"/>
              </a:rPr>
              <a:t>Faculty Sponsor: Dr. Victor </a:t>
            </a:r>
            <a:r>
              <a:rPr lang="en-US" sz="4300" b="1" i="0" u="none" strike="noStrike" cap="none" dirty="0" err="1">
                <a:solidFill>
                  <a:srgbClr val="FFFFFF"/>
                </a:solidFill>
                <a:latin typeface="Garamond" panose="02020404030301010803" pitchFamily="18" charset="0"/>
                <a:sym typeface="Arial"/>
              </a:rPr>
              <a:t>Govindaswamy</a:t>
            </a:r>
            <a:endParaRPr lang="en-US" sz="900" b="1" i="0" u="none" strike="noStrike" cap="none" dirty="0">
              <a:solidFill>
                <a:srgbClr val="FFFFFF"/>
              </a:solidFill>
              <a:latin typeface="Garamond" panose="02020404030301010803" pitchFamily="18" charset="0"/>
              <a:sym typeface="Arial"/>
            </a:endParaRPr>
          </a:p>
          <a:p>
            <a:pPr marL="0" marR="0" lvl="0" indent="0" algn="ctr" rtl="0">
              <a:lnSpc>
                <a:spcPct val="100000"/>
              </a:lnSpc>
              <a:spcBef>
                <a:spcPts val="1800"/>
              </a:spcBef>
              <a:spcAft>
                <a:spcPts val="0"/>
              </a:spcAft>
              <a:buClr>
                <a:srgbClr val="000000"/>
              </a:buClr>
              <a:buSzPts val="3100"/>
              <a:buFont typeface="Arial"/>
              <a:buNone/>
            </a:pPr>
            <a:r>
              <a:rPr lang="en-US" sz="3100" b="1" i="0" u="none" strike="noStrike" cap="none" dirty="0">
                <a:solidFill>
                  <a:srgbClr val="FFFFFF"/>
                </a:solidFill>
                <a:latin typeface="Garamond" panose="02020404030301010803" pitchFamily="18" charset="0"/>
                <a:sym typeface="Arial"/>
              </a:rPr>
              <a:t>Concordia University Chicago</a:t>
            </a:r>
            <a:endParaRPr lang="en-US" sz="900" b="0" i="0" u="none" strike="noStrike" cap="none" dirty="0">
              <a:solidFill>
                <a:srgbClr val="000000"/>
              </a:solidFill>
              <a:latin typeface="Garamond" panose="02020404030301010803" pitchFamily="18" charset="0"/>
              <a:sym typeface="Arial"/>
            </a:endParaRPr>
          </a:p>
        </p:txBody>
      </p:sp>
      <p:sp>
        <p:nvSpPr>
          <p:cNvPr id="80" name="Google Shape;80;p1">
            <a:extLst>
              <a:ext uri="{FF2B5EF4-FFF2-40B4-BE49-F238E27FC236}">
                <a16:creationId xmlns:a16="http://schemas.microsoft.com/office/drawing/2014/main" id="{847D88E5-839F-47FE-1978-43651102F529}"/>
              </a:ext>
            </a:extLst>
          </p:cNvPr>
          <p:cNvSpPr txBox="1"/>
          <p:nvPr/>
        </p:nvSpPr>
        <p:spPr>
          <a:xfrm>
            <a:off x="33041729" y="6286419"/>
            <a:ext cx="9982200" cy="32316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solidFill>
                  <a:schemeClr val="dk1"/>
                </a:solidFill>
                <a:latin typeface="Garamond"/>
                <a:ea typeface="Garamond"/>
                <a:cs typeface="Garamond"/>
                <a:sym typeface="Garamond"/>
              </a:rPr>
              <a:t>Right now, I would consider it to be experimental. Yes, a large portion of the tech for it, as well as the guidelines for how it’ll be used, is being actively determined as we speak. However, that’s just it. It’s still being determined. An active rollout of any technology, even to just the Upper Class, has not yet occurred.</a:t>
            </a:r>
          </a:p>
        </p:txBody>
      </p:sp>
      <p:sp>
        <p:nvSpPr>
          <p:cNvPr id="82" name="Google Shape;82;p1">
            <a:extLst>
              <a:ext uri="{FF2B5EF4-FFF2-40B4-BE49-F238E27FC236}">
                <a16:creationId xmlns:a16="http://schemas.microsoft.com/office/drawing/2014/main" id="{D7C1C7D1-0916-11CB-508E-C0E03073CD2F}"/>
              </a:ext>
            </a:extLst>
          </p:cNvPr>
          <p:cNvSpPr/>
          <p:nvPr/>
        </p:nvSpPr>
        <p:spPr>
          <a:xfrm>
            <a:off x="11487550" y="10574950"/>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Emerging Technology</a:t>
            </a:r>
            <a:endParaRPr sz="3600" i="0" u="none" strike="noStrike" cap="none" dirty="0">
              <a:solidFill>
                <a:srgbClr val="000000"/>
              </a:solidFill>
              <a:latin typeface="Garamond"/>
              <a:ea typeface="Garamond"/>
              <a:cs typeface="Garamond"/>
              <a:sym typeface="Garamond"/>
            </a:endParaRPr>
          </a:p>
        </p:txBody>
      </p:sp>
      <p:sp>
        <p:nvSpPr>
          <p:cNvPr id="83" name="Google Shape;83;p1">
            <a:extLst>
              <a:ext uri="{FF2B5EF4-FFF2-40B4-BE49-F238E27FC236}">
                <a16:creationId xmlns:a16="http://schemas.microsoft.com/office/drawing/2014/main" id="{0FB75BA9-A3E0-B713-A54B-10F89677FF1D}"/>
              </a:ext>
            </a:extLst>
          </p:cNvPr>
          <p:cNvSpPr txBox="1"/>
          <p:nvPr/>
        </p:nvSpPr>
        <p:spPr>
          <a:xfrm>
            <a:off x="11495290" y="11221783"/>
            <a:ext cx="9960000" cy="384717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6G is the Sixth Generation of cellular network technology, replacing the currently implemented 5G in the Link layer of networking. It is, for all intents and purposes, an improved version of 5G, hence being the sixth generation, and not just a minor update to the fifth. As expected from this, its main purpose is to help connect users to the network layer of the internet.</a:t>
            </a:r>
          </a:p>
        </p:txBody>
      </p:sp>
      <p:sp>
        <p:nvSpPr>
          <p:cNvPr id="87" name="Google Shape;87;p1">
            <a:extLst>
              <a:ext uri="{FF2B5EF4-FFF2-40B4-BE49-F238E27FC236}">
                <a16:creationId xmlns:a16="http://schemas.microsoft.com/office/drawing/2014/main" id="{3D2ACC30-5934-4200-1134-DFE1307E8375}"/>
              </a:ext>
            </a:extLst>
          </p:cNvPr>
          <p:cNvSpPr txBox="1"/>
          <p:nvPr/>
        </p:nvSpPr>
        <p:spPr>
          <a:xfrm>
            <a:off x="22261695" y="12011115"/>
            <a:ext cx="9960000" cy="175429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6G’s goal is connecting people to the world wide web. As such, in the Internet Protocol Stack, it finds itself in the link layer.</a:t>
            </a:r>
          </a:p>
        </p:txBody>
      </p:sp>
      <p:sp>
        <p:nvSpPr>
          <p:cNvPr id="88" name="Google Shape;88;p1">
            <a:extLst>
              <a:ext uri="{FF2B5EF4-FFF2-40B4-BE49-F238E27FC236}">
                <a16:creationId xmlns:a16="http://schemas.microsoft.com/office/drawing/2014/main" id="{BF53A49A-C16D-E8BA-0A02-B0CC3374753C}"/>
              </a:ext>
            </a:extLst>
          </p:cNvPr>
          <p:cNvSpPr txBox="1"/>
          <p:nvPr/>
        </p:nvSpPr>
        <p:spPr>
          <a:xfrm>
            <a:off x="22307698" y="14489813"/>
            <a:ext cx="9960000" cy="541683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One real-world application of 6G is its use for farming. At the moment, the rural nature of farming can often mean no Internet, or connectivity to the Cloud. As such, any internet-related activities requires edge computing servers to serve as pitstops, something that can be a hindrance to anything that needs real-time coordination, such as the harvest season. The presence of 6G, and its wider range than 5G, allows for the uploading of data from anywhere without the need for a pit stop, allowing technology to become far more valuable in farming.</a:t>
            </a:r>
            <a:endParaRPr sz="3400" dirty="0">
              <a:latin typeface="Garamond"/>
              <a:ea typeface="Garamond"/>
              <a:cs typeface="Garamond"/>
              <a:sym typeface="Garamond"/>
            </a:endParaRPr>
          </a:p>
        </p:txBody>
      </p:sp>
      <p:sp>
        <p:nvSpPr>
          <p:cNvPr id="89" name="Google Shape;89;p1">
            <a:extLst>
              <a:ext uri="{FF2B5EF4-FFF2-40B4-BE49-F238E27FC236}">
                <a16:creationId xmlns:a16="http://schemas.microsoft.com/office/drawing/2014/main" id="{209D5685-D7D8-3081-1DFF-5066A23F3B6B}"/>
              </a:ext>
            </a:extLst>
          </p:cNvPr>
          <p:cNvSpPr/>
          <p:nvPr/>
        </p:nvSpPr>
        <p:spPr>
          <a:xfrm>
            <a:off x="22283050" y="13953148"/>
            <a:ext cx="9977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Real World Application</a:t>
            </a:r>
            <a:endParaRPr sz="3600" i="0" u="none" strike="noStrike" cap="none" dirty="0">
              <a:solidFill>
                <a:srgbClr val="000000"/>
              </a:solidFill>
              <a:latin typeface="Garamond"/>
              <a:ea typeface="Garamond"/>
              <a:cs typeface="Garamond"/>
              <a:sym typeface="Garamond"/>
            </a:endParaRPr>
          </a:p>
        </p:txBody>
      </p:sp>
      <p:sp>
        <p:nvSpPr>
          <p:cNvPr id="92" name="Google Shape;92;p1">
            <a:extLst>
              <a:ext uri="{FF2B5EF4-FFF2-40B4-BE49-F238E27FC236}">
                <a16:creationId xmlns:a16="http://schemas.microsoft.com/office/drawing/2014/main" id="{B43DE6DB-09AE-6D48-99A0-9299E9AE2AFB}"/>
              </a:ext>
            </a:extLst>
          </p:cNvPr>
          <p:cNvSpPr txBox="1"/>
          <p:nvPr/>
        </p:nvSpPr>
        <p:spPr>
          <a:xfrm>
            <a:off x="22304212" y="20707844"/>
            <a:ext cx="9917483" cy="698649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The biggest benefits to 6G is just how much more effective it’d be than 5G. It can handle 100x the density of connections that 5G can, and runs with 100x the energy efficiency. Latency drops to a fraction. Mobility doubles, and the Frequency Bandwidth, as well as the Data Rate, also both massively increase. This all matters so much not just because “oh boy everything is faster now”, it’s because it opens the door to so many new possibilities, and acts as the stepping stone for many potential new technologies that 5G just can’t handle, such as AI-assisted Networking. Furthermore, the ability to hold more items at once incentivizes and allows for a far wider reach for cell service.</a:t>
            </a:r>
            <a:endParaRPr sz="3400" i="0" u="none" strike="noStrike" cap="none" dirty="0">
              <a:solidFill>
                <a:srgbClr val="000000"/>
              </a:solidFill>
              <a:latin typeface="Garamond"/>
              <a:ea typeface="Garamond"/>
              <a:cs typeface="Garamond"/>
              <a:sym typeface="Garamond"/>
            </a:endParaRPr>
          </a:p>
        </p:txBody>
      </p:sp>
      <p:sp>
        <p:nvSpPr>
          <p:cNvPr id="95" name="Google Shape;95;p1">
            <a:extLst>
              <a:ext uri="{FF2B5EF4-FFF2-40B4-BE49-F238E27FC236}">
                <a16:creationId xmlns:a16="http://schemas.microsoft.com/office/drawing/2014/main" id="{97FC2D75-F7AF-B9EB-5FB6-3F4E5942FC4E}"/>
              </a:ext>
            </a:extLst>
          </p:cNvPr>
          <p:cNvSpPr/>
          <p:nvPr/>
        </p:nvSpPr>
        <p:spPr>
          <a:xfrm>
            <a:off x="33059900" y="9867769"/>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Future Impact</a:t>
            </a:r>
            <a:endParaRPr sz="3600" i="0" u="none" strike="noStrike" cap="none" dirty="0">
              <a:solidFill>
                <a:srgbClr val="000000"/>
              </a:solidFill>
              <a:latin typeface="Garamond"/>
              <a:ea typeface="Garamond"/>
              <a:cs typeface="Garamond"/>
              <a:sym typeface="Garamond"/>
            </a:endParaRPr>
          </a:p>
        </p:txBody>
      </p:sp>
      <p:sp>
        <p:nvSpPr>
          <p:cNvPr id="96" name="Google Shape;96;p1">
            <a:extLst>
              <a:ext uri="{FF2B5EF4-FFF2-40B4-BE49-F238E27FC236}">
                <a16:creationId xmlns:a16="http://schemas.microsoft.com/office/drawing/2014/main" id="{EF25CBFA-B628-7EFE-F60D-164735647D84}"/>
              </a:ext>
            </a:extLst>
          </p:cNvPr>
          <p:cNvSpPr txBox="1"/>
          <p:nvPr/>
        </p:nvSpPr>
        <p:spPr>
          <a:xfrm>
            <a:off x="33052844" y="10562395"/>
            <a:ext cx="9982200"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i="0" u="none" strike="noStrike" cap="none" dirty="0">
                <a:solidFill>
                  <a:schemeClr val="dk1"/>
                </a:solidFill>
                <a:latin typeface="Garamond"/>
                <a:ea typeface="Garamond"/>
                <a:cs typeface="Garamond"/>
                <a:sym typeface="Garamond"/>
              </a:rPr>
              <a:t>This drastically improves the capabilities of 5G, as well as lessening its strain thanks to improved energy efficiency. In turn, this opens up the door to other possibilities such as various AIs embedded within the network to perform various tasks, such as managing traffic. Along with that, it allows for increased usage, and areas of usage of networking, hopefully reducing the amount of areas with zero cell service.</a:t>
            </a:r>
            <a:endParaRPr sz="3400" i="0" u="none" strike="noStrike" cap="none" dirty="0">
              <a:solidFill>
                <a:schemeClr val="dk1"/>
              </a:solidFill>
              <a:latin typeface="Garamond"/>
              <a:ea typeface="Garamond"/>
              <a:cs typeface="Garamond"/>
              <a:sym typeface="Garamond"/>
            </a:endParaRPr>
          </a:p>
        </p:txBody>
      </p:sp>
      <p:sp>
        <p:nvSpPr>
          <p:cNvPr id="97" name="Google Shape;97;p1">
            <a:extLst>
              <a:ext uri="{FF2B5EF4-FFF2-40B4-BE49-F238E27FC236}">
                <a16:creationId xmlns:a16="http://schemas.microsoft.com/office/drawing/2014/main" id="{BBDD24BF-3CEA-5535-A03F-16357F850E8F}"/>
              </a:ext>
            </a:extLst>
          </p:cNvPr>
          <p:cNvSpPr/>
          <p:nvPr/>
        </p:nvSpPr>
        <p:spPr>
          <a:xfrm>
            <a:off x="33065000" y="20466956"/>
            <a:ext cx="9977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Works Cited</a:t>
            </a:r>
            <a:endParaRPr sz="3600" i="0" u="none" strike="noStrike" cap="none" dirty="0">
              <a:solidFill>
                <a:srgbClr val="000000"/>
              </a:solidFill>
              <a:latin typeface="Garamond"/>
              <a:ea typeface="Garamond"/>
              <a:cs typeface="Garamond"/>
              <a:sym typeface="Garamond"/>
            </a:endParaRPr>
          </a:p>
        </p:txBody>
      </p:sp>
      <p:sp>
        <p:nvSpPr>
          <p:cNvPr id="98" name="Google Shape;98;p1">
            <a:extLst>
              <a:ext uri="{FF2B5EF4-FFF2-40B4-BE49-F238E27FC236}">
                <a16:creationId xmlns:a16="http://schemas.microsoft.com/office/drawing/2014/main" id="{D24BE2FA-0565-B49C-E9CC-303DE5B295EE}"/>
              </a:ext>
            </a:extLst>
          </p:cNvPr>
          <p:cNvSpPr txBox="1"/>
          <p:nvPr/>
        </p:nvSpPr>
        <p:spPr>
          <a:xfrm>
            <a:off x="33066481" y="15797248"/>
            <a:ext cx="9982200"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solidFill>
                  <a:schemeClr val="dk1"/>
                </a:solidFill>
                <a:latin typeface="Garamond"/>
                <a:ea typeface="Garamond"/>
                <a:cs typeface="Garamond"/>
                <a:sym typeface="Garamond"/>
              </a:rPr>
              <a:t>The improvements this has over our current 5G is insane, and opens the door to many new ways to make a brighter future with the help of technology, even with just “no more dead spots”, and nothing crazy like AI networking or Quantum networking, or something of the sort. The biggest takeaway you can have from this is the fact that 6G will allow us to connect more things, in more places, with more new technologies. </a:t>
            </a:r>
            <a:endParaRPr sz="3400" i="0" u="none" strike="noStrike" cap="none" dirty="0">
              <a:solidFill>
                <a:schemeClr val="dk1"/>
              </a:solidFill>
              <a:latin typeface="Garamond"/>
              <a:ea typeface="Garamond"/>
              <a:cs typeface="Garamond"/>
              <a:sym typeface="Garamond"/>
            </a:endParaRPr>
          </a:p>
        </p:txBody>
      </p:sp>
      <p:sp>
        <p:nvSpPr>
          <p:cNvPr id="116" name="Google Shape;116;p1">
            <a:extLst>
              <a:ext uri="{FF2B5EF4-FFF2-40B4-BE49-F238E27FC236}">
                <a16:creationId xmlns:a16="http://schemas.microsoft.com/office/drawing/2014/main" id="{AB2BC775-328C-A7CA-3775-9484848C42A9}"/>
              </a:ext>
            </a:extLst>
          </p:cNvPr>
          <p:cNvSpPr/>
          <p:nvPr/>
        </p:nvSpPr>
        <p:spPr>
          <a:xfrm>
            <a:off x="696409" y="26351075"/>
            <a:ext cx="9971891"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Networking Problem / Motivation</a:t>
            </a:r>
            <a:endParaRPr sz="3600" i="0" u="none" strike="noStrike" cap="none" dirty="0">
              <a:solidFill>
                <a:srgbClr val="000000"/>
              </a:solidFill>
              <a:latin typeface="Garamond"/>
              <a:ea typeface="Garamond"/>
              <a:cs typeface="Garamond"/>
              <a:sym typeface="Garamond"/>
            </a:endParaRPr>
          </a:p>
        </p:txBody>
      </p:sp>
      <p:sp>
        <p:nvSpPr>
          <p:cNvPr id="120" name="Google Shape;120;p1">
            <a:extLst>
              <a:ext uri="{FF2B5EF4-FFF2-40B4-BE49-F238E27FC236}">
                <a16:creationId xmlns:a16="http://schemas.microsoft.com/office/drawing/2014/main" id="{A71D4503-97A1-E527-B1FE-41539F04D35B}"/>
              </a:ext>
            </a:extLst>
          </p:cNvPr>
          <p:cNvSpPr/>
          <p:nvPr/>
        </p:nvSpPr>
        <p:spPr>
          <a:xfrm>
            <a:off x="11484325" y="1551102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How it Works</a:t>
            </a:r>
            <a:endParaRPr sz="3600" i="0" u="none" strike="noStrike" cap="none" dirty="0">
              <a:solidFill>
                <a:srgbClr val="000000"/>
              </a:solidFill>
              <a:latin typeface="Garamond"/>
              <a:ea typeface="Garamond"/>
              <a:cs typeface="Garamond"/>
              <a:sym typeface="Garamond"/>
            </a:endParaRPr>
          </a:p>
        </p:txBody>
      </p:sp>
      <p:sp>
        <p:nvSpPr>
          <p:cNvPr id="121" name="Google Shape;121;p1">
            <a:extLst>
              <a:ext uri="{FF2B5EF4-FFF2-40B4-BE49-F238E27FC236}">
                <a16:creationId xmlns:a16="http://schemas.microsoft.com/office/drawing/2014/main" id="{5171E334-F46B-F1C1-FB24-76B782B8DD87}"/>
              </a:ext>
            </a:extLst>
          </p:cNvPr>
          <p:cNvSpPr txBox="1"/>
          <p:nvPr/>
        </p:nvSpPr>
        <p:spPr>
          <a:xfrm>
            <a:off x="11483725" y="16202750"/>
            <a:ext cx="9960000" cy="59400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The way 6G works is that it functions as a base station, acting as the middleman between the various physical devices we use that make up the internet’s edge, and the network where all the data, documents, and memes are stored. From there, Cell Towers are used to transport bits and bytes of data through the means of various frequencies and wavelengths of radio waves, sending data from the network to any devices that make use of cellular data, as well as collecting any data or action these devices may want to use or perform, and thusly sending them on their way into the internet.</a:t>
            </a:r>
            <a:endParaRPr sz="3400" dirty="0">
              <a:latin typeface="Garamond"/>
              <a:ea typeface="Garamond"/>
              <a:cs typeface="Garamond"/>
              <a:sym typeface="Garamond"/>
            </a:endParaRPr>
          </a:p>
        </p:txBody>
      </p:sp>
      <p:sp>
        <p:nvSpPr>
          <p:cNvPr id="122" name="Google Shape;122;p1">
            <a:extLst>
              <a:ext uri="{FF2B5EF4-FFF2-40B4-BE49-F238E27FC236}">
                <a16:creationId xmlns:a16="http://schemas.microsoft.com/office/drawing/2014/main" id="{10DEDABE-0D64-F49F-FA4C-C79AA1045203}"/>
              </a:ext>
            </a:extLst>
          </p:cNvPr>
          <p:cNvSpPr/>
          <p:nvPr/>
        </p:nvSpPr>
        <p:spPr>
          <a:xfrm>
            <a:off x="11483725" y="22972963"/>
            <a:ext cx="9977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Network Architecture / Design Diagram</a:t>
            </a:r>
            <a:endParaRPr sz="3600" i="0" u="none" strike="noStrike" cap="none" dirty="0">
              <a:solidFill>
                <a:srgbClr val="000000"/>
              </a:solidFill>
              <a:latin typeface="Garamond"/>
              <a:ea typeface="Garamond"/>
              <a:cs typeface="Garamond"/>
              <a:sym typeface="Garamond"/>
            </a:endParaRPr>
          </a:p>
        </p:txBody>
      </p:sp>
      <p:sp>
        <p:nvSpPr>
          <p:cNvPr id="124" name="Google Shape;124;p1">
            <a:extLst>
              <a:ext uri="{FF2B5EF4-FFF2-40B4-BE49-F238E27FC236}">
                <a16:creationId xmlns:a16="http://schemas.microsoft.com/office/drawing/2014/main" id="{3B786CC7-F243-F965-B3A1-496CB1515B6B}"/>
              </a:ext>
            </a:extLst>
          </p:cNvPr>
          <p:cNvSpPr/>
          <p:nvPr/>
        </p:nvSpPr>
        <p:spPr>
          <a:xfrm>
            <a:off x="686100" y="563887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Abstract</a:t>
            </a:r>
            <a:endParaRPr sz="3600" i="0" u="none" strike="noStrike" cap="none">
              <a:solidFill>
                <a:srgbClr val="000000"/>
              </a:solidFill>
              <a:latin typeface="Garamond"/>
              <a:ea typeface="Garamond"/>
              <a:cs typeface="Garamond"/>
              <a:sym typeface="Garamond"/>
            </a:endParaRPr>
          </a:p>
        </p:txBody>
      </p:sp>
      <p:pic>
        <p:nvPicPr>
          <p:cNvPr id="2" name="Picture 1" descr="CSCUCV1Big.jpg">
            <a:extLst>
              <a:ext uri="{FF2B5EF4-FFF2-40B4-BE49-F238E27FC236}">
                <a16:creationId xmlns:a16="http://schemas.microsoft.com/office/drawing/2014/main" id="{2777C1CD-267C-CC29-3D8F-ECD638AD9CE8}"/>
              </a:ext>
            </a:extLst>
          </p:cNvPr>
          <p:cNvPicPr>
            <a:picLocks noChangeAspect="1"/>
          </p:cNvPicPr>
          <p:nvPr/>
        </p:nvPicPr>
        <p:blipFill>
          <a:blip r:embed="rId4" cstate="print"/>
          <a:stretch>
            <a:fillRect/>
          </a:stretch>
        </p:blipFill>
        <p:spPr>
          <a:xfrm>
            <a:off x="11490325" y="1771965"/>
            <a:ext cx="1849898" cy="2390475"/>
          </a:xfrm>
          <a:prstGeom prst="rect">
            <a:avLst/>
          </a:prstGeom>
        </p:spPr>
      </p:pic>
      <p:pic>
        <p:nvPicPr>
          <p:cNvPr id="3" name="Picture 2" descr="CSCUCV1Big.jpg">
            <a:extLst>
              <a:ext uri="{FF2B5EF4-FFF2-40B4-BE49-F238E27FC236}">
                <a16:creationId xmlns:a16="http://schemas.microsoft.com/office/drawing/2014/main" id="{33919586-EB55-F9F7-1398-155EA6E452A1}"/>
              </a:ext>
            </a:extLst>
          </p:cNvPr>
          <p:cNvPicPr>
            <a:picLocks noChangeAspect="1"/>
          </p:cNvPicPr>
          <p:nvPr/>
        </p:nvPicPr>
        <p:blipFill>
          <a:blip r:embed="rId4" cstate="print"/>
          <a:stretch>
            <a:fillRect/>
          </a:stretch>
        </p:blipFill>
        <p:spPr>
          <a:xfrm>
            <a:off x="30409690" y="1771965"/>
            <a:ext cx="1849898" cy="2390475"/>
          </a:xfrm>
          <a:prstGeom prst="rect">
            <a:avLst/>
          </a:prstGeom>
        </p:spPr>
      </p:pic>
      <p:sp>
        <p:nvSpPr>
          <p:cNvPr id="4" name="Google Shape;82;p1">
            <a:extLst>
              <a:ext uri="{FF2B5EF4-FFF2-40B4-BE49-F238E27FC236}">
                <a16:creationId xmlns:a16="http://schemas.microsoft.com/office/drawing/2014/main" id="{BFB2A746-3935-790E-246E-D82FE0D726A5}"/>
              </a:ext>
            </a:extLst>
          </p:cNvPr>
          <p:cNvSpPr/>
          <p:nvPr/>
        </p:nvSpPr>
        <p:spPr>
          <a:xfrm>
            <a:off x="11487550" y="563887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Connection to wider concepts</a:t>
            </a:r>
            <a:endParaRPr sz="3600" i="0" u="none" strike="noStrike" cap="none" dirty="0">
              <a:solidFill>
                <a:srgbClr val="000000"/>
              </a:solidFill>
              <a:latin typeface="Garamond"/>
              <a:ea typeface="Garamond"/>
              <a:cs typeface="Garamond"/>
              <a:sym typeface="Garamond"/>
            </a:endParaRPr>
          </a:p>
        </p:txBody>
      </p:sp>
      <p:sp>
        <p:nvSpPr>
          <p:cNvPr id="5" name="Google Shape;83;p1">
            <a:extLst>
              <a:ext uri="{FF2B5EF4-FFF2-40B4-BE49-F238E27FC236}">
                <a16:creationId xmlns:a16="http://schemas.microsoft.com/office/drawing/2014/main" id="{8346E921-71A2-108E-3C07-EE9F0C7A28C5}"/>
              </a:ext>
            </a:extLst>
          </p:cNvPr>
          <p:cNvSpPr txBox="1"/>
          <p:nvPr/>
        </p:nvSpPr>
        <p:spPr>
          <a:xfrm>
            <a:off x="11497687" y="6286419"/>
            <a:ext cx="9960000" cy="384717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Given its purpose as an upgrade for our current 5G cellular, 6G immediately connects with many basic topics already associated with it. Its increased capabilities allows for an improved throughput and similarly increases the number of devices needed to start causing congestion. In turn, this also helps reduce delay, as well as any packet loss that may occur as a result of delays.</a:t>
            </a:r>
          </a:p>
        </p:txBody>
      </p:sp>
      <p:pic>
        <p:nvPicPr>
          <p:cNvPr id="7" name="Picture 6">
            <a:extLst>
              <a:ext uri="{FF2B5EF4-FFF2-40B4-BE49-F238E27FC236}">
                <a16:creationId xmlns:a16="http://schemas.microsoft.com/office/drawing/2014/main" id="{29E14060-134A-2620-FFFD-FC41DD689126}"/>
              </a:ext>
            </a:extLst>
          </p:cNvPr>
          <p:cNvPicPr>
            <a:picLocks noChangeAspect="1"/>
          </p:cNvPicPr>
          <p:nvPr/>
        </p:nvPicPr>
        <p:blipFill>
          <a:blip r:embed="rId5"/>
          <a:srcRect t="10824" b="3994"/>
          <a:stretch>
            <a:fillRect/>
          </a:stretch>
        </p:blipFill>
        <p:spPr>
          <a:xfrm>
            <a:off x="1853525" y="621751"/>
            <a:ext cx="3699800" cy="4202100"/>
          </a:xfrm>
          <a:prstGeom prst="rect">
            <a:avLst/>
          </a:prstGeom>
        </p:spPr>
      </p:pic>
      <p:sp>
        <p:nvSpPr>
          <p:cNvPr id="10" name="TextBox 9">
            <a:extLst>
              <a:ext uri="{FF2B5EF4-FFF2-40B4-BE49-F238E27FC236}">
                <a16:creationId xmlns:a16="http://schemas.microsoft.com/office/drawing/2014/main" id="{3FD61A1F-161F-656F-4D43-B5DB8660E040}"/>
              </a:ext>
            </a:extLst>
          </p:cNvPr>
          <p:cNvSpPr txBox="1"/>
          <p:nvPr/>
        </p:nvSpPr>
        <p:spPr>
          <a:xfrm>
            <a:off x="686100" y="26930375"/>
            <a:ext cx="9974806" cy="2708434"/>
          </a:xfrm>
          <a:prstGeom prst="rect">
            <a:avLst/>
          </a:prstGeom>
          <a:noFill/>
        </p:spPr>
        <p:txBody>
          <a:bodyPr wrap="square" rtlCol="0">
            <a:spAutoFit/>
          </a:bodyPr>
          <a:lstStyle/>
          <a:p>
            <a:r>
              <a:rPr lang="en-US" sz="3400" dirty="0">
                <a:latin typeface="Garamond" panose="02020404030301010803" pitchFamily="18" charset="0"/>
              </a:rPr>
              <a:t>The purpose of 6G is to address the limitations of 5G, drastically improving its capabilities and reach in order to pave the way for other future networking technologies such as AI, or simply the connection of a greater number of devices in a larger area.</a:t>
            </a:r>
          </a:p>
        </p:txBody>
      </p:sp>
      <p:sp>
        <p:nvSpPr>
          <p:cNvPr id="12" name="TextBox 11">
            <a:extLst>
              <a:ext uri="{FF2B5EF4-FFF2-40B4-BE49-F238E27FC236}">
                <a16:creationId xmlns:a16="http://schemas.microsoft.com/office/drawing/2014/main" id="{CF0AEA75-04D6-E25D-116D-BD4A43601850}"/>
              </a:ext>
            </a:extLst>
          </p:cNvPr>
          <p:cNvSpPr txBox="1"/>
          <p:nvPr/>
        </p:nvSpPr>
        <p:spPr>
          <a:xfrm>
            <a:off x="702286" y="30383502"/>
            <a:ext cx="9974806" cy="1661993"/>
          </a:xfrm>
          <a:prstGeom prst="rect">
            <a:avLst/>
          </a:prstGeom>
          <a:noFill/>
        </p:spPr>
        <p:txBody>
          <a:bodyPr wrap="square" rtlCol="0">
            <a:spAutoFit/>
          </a:bodyPr>
          <a:lstStyle/>
          <a:p>
            <a:r>
              <a:rPr lang="en-US" sz="3400" dirty="0">
                <a:latin typeface="Garamond" panose="02020404030301010803" pitchFamily="18" charset="0"/>
              </a:rPr>
              <a:t>For understanding talk of 6G, a baseline knowledge of Layered internet protocol stack, and cellular data is recommended for the understanding of 6G</a:t>
            </a:r>
          </a:p>
        </p:txBody>
      </p:sp>
      <p:pic>
        <p:nvPicPr>
          <p:cNvPr id="14" name="Picture 13">
            <a:extLst>
              <a:ext uri="{FF2B5EF4-FFF2-40B4-BE49-F238E27FC236}">
                <a16:creationId xmlns:a16="http://schemas.microsoft.com/office/drawing/2014/main" id="{D96857BA-C07D-9C1F-33BF-42B22AFCC569}"/>
              </a:ext>
            </a:extLst>
          </p:cNvPr>
          <p:cNvPicPr>
            <a:picLocks noChangeAspect="1"/>
          </p:cNvPicPr>
          <p:nvPr/>
        </p:nvPicPr>
        <p:blipFill>
          <a:blip r:embed="rId6"/>
          <a:stretch>
            <a:fillRect/>
          </a:stretch>
        </p:blipFill>
        <p:spPr>
          <a:xfrm>
            <a:off x="13513238" y="23639205"/>
            <a:ext cx="5651494" cy="8456093"/>
          </a:xfrm>
          <a:prstGeom prst="rect">
            <a:avLst/>
          </a:prstGeom>
        </p:spPr>
      </p:pic>
      <p:graphicFrame>
        <p:nvGraphicFramePr>
          <p:cNvPr id="16" name="Table 15">
            <a:extLst>
              <a:ext uri="{FF2B5EF4-FFF2-40B4-BE49-F238E27FC236}">
                <a16:creationId xmlns:a16="http://schemas.microsoft.com/office/drawing/2014/main" id="{E8A76081-E437-A161-F8F4-FD678F86B915}"/>
              </a:ext>
            </a:extLst>
          </p:cNvPr>
          <p:cNvGraphicFramePr>
            <a:graphicFrameLocks noGrp="1"/>
          </p:cNvGraphicFramePr>
          <p:nvPr>
            <p:extLst>
              <p:ext uri="{D42A27DB-BD31-4B8C-83A1-F6EECF244321}">
                <p14:modId xmlns:p14="http://schemas.microsoft.com/office/powerpoint/2010/main" val="904473332"/>
              </p:ext>
            </p:extLst>
          </p:nvPr>
        </p:nvGraphicFramePr>
        <p:xfrm>
          <a:off x="24893811" y="6315021"/>
          <a:ext cx="4695768" cy="5508357"/>
        </p:xfrm>
        <a:graphic>
          <a:graphicData uri="http://schemas.openxmlformats.org/drawingml/2006/table">
            <a:tbl>
              <a:tblPr>
                <a:tableStyleId>{5C22544A-7EE6-4342-B048-85BDC9FD1C3A}</a:tableStyleId>
              </a:tblPr>
              <a:tblGrid>
                <a:gridCol w="2185988">
                  <a:extLst>
                    <a:ext uri="{9D8B030D-6E8A-4147-A177-3AD203B41FA5}">
                      <a16:colId xmlns:a16="http://schemas.microsoft.com/office/drawing/2014/main" val="2738083561"/>
                    </a:ext>
                  </a:extLst>
                </a:gridCol>
                <a:gridCol w="2509780">
                  <a:extLst>
                    <a:ext uri="{9D8B030D-6E8A-4147-A177-3AD203B41FA5}">
                      <a16:colId xmlns:a16="http://schemas.microsoft.com/office/drawing/2014/main" val="1829641922"/>
                    </a:ext>
                  </a:extLst>
                </a:gridCol>
              </a:tblGrid>
              <a:tr h="1164458">
                <a:tc>
                  <a:txBody>
                    <a:bodyPr/>
                    <a:lstStyle/>
                    <a:p>
                      <a:pPr rtl="0" fontAlgn="t">
                        <a:buNone/>
                      </a:pPr>
                      <a:r>
                        <a:rPr lang="en-US" sz="3400" u="none" strike="noStrike">
                          <a:effectLst/>
                          <a:latin typeface="Garamond" panose="02020404030301010803" pitchFamily="18" charset="0"/>
                        </a:rPr>
                        <a:t>Application</a:t>
                      </a:r>
                      <a:endParaRPr lang="en-US" sz="340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fontAlgn="t">
                        <a:buNone/>
                      </a:pPr>
                      <a:br>
                        <a:rPr lang="en-US" sz="3400" dirty="0">
                          <a:effectLst/>
                          <a:latin typeface="Garamond" panose="02020404030301010803" pitchFamily="18" charset="0"/>
                        </a:rPr>
                      </a:b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0722962"/>
                  </a:ext>
                </a:extLst>
              </a:tr>
              <a:tr h="1164458">
                <a:tc>
                  <a:txBody>
                    <a:bodyPr/>
                    <a:lstStyle/>
                    <a:p>
                      <a:pPr rtl="0" fontAlgn="t">
                        <a:buNone/>
                      </a:pPr>
                      <a:r>
                        <a:rPr lang="en-US" sz="3400" u="none" strike="noStrike">
                          <a:effectLst/>
                          <a:latin typeface="Garamond" panose="02020404030301010803" pitchFamily="18" charset="0"/>
                        </a:rPr>
                        <a:t>Transport</a:t>
                      </a:r>
                      <a:endParaRPr lang="en-US" sz="340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3853661449"/>
                  </a:ext>
                </a:extLst>
              </a:tr>
              <a:tr h="1005730">
                <a:tc>
                  <a:txBody>
                    <a:bodyPr/>
                    <a:lstStyle/>
                    <a:p>
                      <a:pPr rtl="0" fontAlgn="t">
                        <a:buNone/>
                      </a:pPr>
                      <a:r>
                        <a:rPr lang="en-US" sz="3400" u="none" strike="noStrike">
                          <a:effectLst/>
                          <a:latin typeface="Garamond" panose="02020404030301010803" pitchFamily="18" charset="0"/>
                        </a:rPr>
                        <a:t>Network</a:t>
                      </a:r>
                      <a:endParaRPr lang="en-US" sz="340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2866611633"/>
                  </a:ext>
                </a:extLst>
              </a:tr>
              <a:tr h="1091267">
                <a:tc>
                  <a:txBody>
                    <a:bodyPr/>
                    <a:lstStyle/>
                    <a:p>
                      <a:pPr rtl="0" fontAlgn="t">
                        <a:buNone/>
                      </a:pPr>
                      <a:r>
                        <a:rPr lang="en-US" sz="3400" u="none" strike="noStrike" dirty="0">
                          <a:effectLst/>
                          <a:latin typeface="Garamond" panose="02020404030301010803" pitchFamily="18" charset="0"/>
                        </a:rPr>
                        <a:t>Link</a:t>
                      </a: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fontAlgn="t">
                        <a:buNone/>
                      </a:pPr>
                      <a:r>
                        <a:rPr lang="en-US" sz="3400" u="none" strike="noStrike" dirty="0">
                          <a:effectLst/>
                          <a:latin typeface="Garamond" panose="02020404030301010803" pitchFamily="18" charset="0"/>
                          <a:sym typeface="Wingdings" panose="05000000000000000000" pitchFamily="2" charset="2"/>
                        </a:rPr>
                        <a:t></a:t>
                      </a:r>
                      <a:r>
                        <a:rPr lang="en-US" sz="3400" u="none" strike="noStrike" dirty="0">
                          <a:effectLst/>
                          <a:latin typeface="Garamond" panose="02020404030301010803" pitchFamily="18" charset="0"/>
                        </a:rPr>
                        <a:t>6G is here</a:t>
                      </a: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545554"/>
                  </a:ext>
                </a:extLst>
              </a:tr>
              <a:tr h="1082444">
                <a:tc>
                  <a:txBody>
                    <a:bodyPr/>
                    <a:lstStyle/>
                    <a:p>
                      <a:pPr rtl="0" fontAlgn="t">
                        <a:buNone/>
                      </a:pPr>
                      <a:r>
                        <a:rPr lang="en-US" sz="3400" u="none" strike="noStrike" dirty="0">
                          <a:effectLst/>
                          <a:latin typeface="Garamond" panose="02020404030301010803" pitchFamily="18" charset="0"/>
                        </a:rPr>
                        <a:t>Physical</a:t>
                      </a: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t">
                        <a:buNone/>
                      </a:pP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0335217"/>
                  </a:ext>
                </a:extLst>
              </a:tr>
            </a:tbl>
          </a:graphicData>
        </a:graphic>
      </p:graphicFrame>
      <p:sp>
        <p:nvSpPr>
          <p:cNvPr id="18" name="Google Shape;72;p1">
            <a:extLst>
              <a:ext uri="{FF2B5EF4-FFF2-40B4-BE49-F238E27FC236}">
                <a16:creationId xmlns:a16="http://schemas.microsoft.com/office/drawing/2014/main" id="{F1AA3E31-8552-8529-AE05-8AE6BE018055}"/>
              </a:ext>
            </a:extLst>
          </p:cNvPr>
          <p:cNvSpPr/>
          <p:nvPr/>
        </p:nvSpPr>
        <p:spPr>
          <a:xfrm>
            <a:off x="22268403" y="27852424"/>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Limitations / Challenges</a:t>
            </a:r>
            <a:endParaRPr sz="3600" i="0" u="none" strike="noStrike" cap="none" dirty="0">
              <a:solidFill>
                <a:srgbClr val="000000"/>
              </a:solidFill>
              <a:latin typeface="Garamond"/>
              <a:ea typeface="Garamond"/>
              <a:cs typeface="Garamond"/>
              <a:sym typeface="Garamond"/>
            </a:endParaRPr>
          </a:p>
        </p:txBody>
      </p:sp>
      <p:sp>
        <p:nvSpPr>
          <p:cNvPr id="20" name="Google Shape;92;p1">
            <a:extLst>
              <a:ext uri="{FF2B5EF4-FFF2-40B4-BE49-F238E27FC236}">
                <a16:creationId xmlns:a16="http://schemas.microsoft.com/office/drawing/2014/main" id="{318DD67F-4BF4-1AD9-E6E4-5F529DB57389}"/>
              </a:ext>
            </a:extLst>
          </p:cNvPr>
          <p:cNvSpPr txBox="1"/>
          <p:nvPr/>
        </p:nvSpPr>
        <p:spPr>
          <a:xfrm>
            <a:off x="22261695" y="28431724"/>
            <a:ext cx="9917483" cy="33239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Of course, there are likely to be a few limitations and challenges with a standardized 6G network. The biggest one is simply implementation. We lack the tech necessary to fully set it up, and along with that, it has far more range than 5G, which already had issues with its construction and the backlash over potential health risks. </a:t>
            </a:r>
            <a:endParaRPr sz="3400" i="0" u="none" strike="noStrike" cap="none" dirty="0">
              <a:solidFill>
                <a:srgbClr val="000000"/>
              </a:solidFill>
              <a:latin typeface="Garamond"/>
              <a:ea typeface="Garamond"/>
              <a:cs typeface="Garamond"/>
              <a:sym typeface="Garamond"/>
            </a:endParaRPr>
          </a:p>
        </p:txBody>
      </p:sp>
      <p:sp>
        <p:nvSpPr>
          <p:cNvPr id="22" name="Google Shape;97;p1">
            <a:extLst>
              <a:ext uri="{FF2B5EF4-FFF2-40B4-BE49-F238E27FC236}">
                <a16:creationId xmlns:a16="http://schemas.microsoft.com/office/drawing/2014/main" id="{5179D34E-2043-5765-16EC-D16FC4D20420}"/>
              </a:ext>
            </a:extLst>
          </p:cNvPr>
          <p:cNvSpPr/>
          <p:nvPr/>
        </p:nvSpPr>
        <p:spPr>
          <a:xfrm>
            <a:off x="33057771" y="15309927"/>
            <a:ext cx="9977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Conclusion</a:t>
            </a:r>
            <a:endParaRPr sz="3600" i="0" u="none" strike="noStrike" cap="none" dirty="0">
              <a:solidFill>
                <a:srgbClr val="000000"/>
              </a:solidFill>
              <a:latin typeface="Garamond"/>
              <a:ea typeface="Garamond"/>
              <a:cs typeface="Garamond"/>
              <a:sym typeface="Garamond"/>
            </a:endParaRPr>
          </a:p>
        </p:txBody>
      </p:sp>
      <p:sp>
        <p:nvSpPr>
          <p:cNvPr id="24" name="Google Shape;98;p1">
            <a:extLst>
              <a:ext uri="{FF2B5EF4-FFF2-40B4-BE49-F238E27FC236}">
                <a16:creationId xmlns:a16="http://schemas.microsoft.com/office/drawing/2014/main" id="{7A6C0A73-441B-914A-0D49-4D02AC953611}"/>
              </a:ext>
            </a:extLst>
          </p:cNvPr>
          <p:cNvSpPr txBox="1"/>
          <p:nvPr/>
        </p:nvSpPr>
        <p:spPr>
          <a:xfrm>
            <a:off x="33041729" y="21123586"/>
            <a:ext cx="9982200" cy="10926028"/>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E. </a:t>
            </a:r>
            <a:r>
              <a:rPr lang="en-US" sz="3200" i="0" u="none" strike="noStrike" cap="none" dirty="0" err="1">
                <a:solidFill>
                  <a:schemeClr val="dk1"/>
                </a:solidFill>
                <a:latin typeface="Garamond"/>
                <a:ea typeface="Garamond"/>
                <a:cs typeface="Garamond"/>
                <a:sym typeface="Garamond"/>
              </a:rPr>
              <a:t>Yaacoub</a:t>
            </a:r>
            <a:r>
              <a:rPr lang="en-US" sz="3200" i="0" u="none" strike="noStrike" cap="none" dirty="0">
                <a:solidFill>
                  <a:schemeClr val="dk1"/>
                </a:solidFill>
                <a:latin typeface="Garamond"/>
                <a:ea typeface="Garamond"/>
                <a:cs typeface="Garamond"/>
                <a:sym typeface="Garamond"/>
              </a:rPr>
              <a:t> and M.-S. </a:t>
            </a:r>
            <a:r>
              <a:rPr lang="en-US" sz="3200" i="0" u="none" strike="noStrike" cap="none" dirty="0" err="1">
                <a:solidFill>
                  <a:schemeClr val="dk1"/>
                </a:solidFill>
                <a:latin typeface="Garamond"/>
                <a:ea typeface="Garamond"/>
                <a:cs typeface="Garamond"/>
                <a:sym typeface="Garamond"/>
              </a:rPr>
              <a:t>Alouini</a:t>
            </a:r>
            <a:r>
              <a:rPr lang="en-US" sz="3200" i="0" u="none" strike="noStrike" cap="none" dirty="0">
                <a:solidFill>
                  <a:schemeClr val="dk1"/>
                </a:solidFill>
                <a:latin typeface="Garamond"/>
                <a:ea typeface="Garamond"/>
                <a:cs typeface="Garamond"/>
                <a:sym typeface="Garamond"/>
              </a:rPr>
              <a:t>, “A Key 6G Challenge and Opportunity—Connecting the Base of the Pyramid: A Survey on Rural Connectivity,” Proceedings of the IEEE, vol. 108, no. 4, pp. 533–582, 2020,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10.1109/JPROC.2020.2976703.</a:t>
            </a:r>
            <a:endParaRPr lang="en-US" sz="3200" dirty="0">
              <a:solidFill>
                <a:schemeClr val="dk1"/>
              </a:solidFill>
              <a:latin typeface="Garamond"/>
              <a:ea typeface="Garamond"/>
              <a:cs typeface="Garamond"/>
              <a:sym typeface="Garamond"/>
            </a:endParaRPr>
          </a:p>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H. </a:t>
            </a:r>
            <a:r>
              <a:rPr lang="en-US" sz="3200" i="0" u="none" strike="noStrike" cap="none" dirty="0" err="1">
                <a:solidFill>
                  <a:schemeClr val="dk1"/>
                </a:solidFill>
                <a:latin typeface="Garamond"/>
                <a:ea typeface="Garamond"/>
                <a:cs typeface="Garamond"/>
                <a:sym typeface="Garamond"/>
              </a:rPr>
              <a:t>Tataria</a:t>
            </a:r>
            <a:r>
              <a:rPr lang="en-US" sz="3200" i="0" u="none" strike="noStrike" cap="none" dirty="0">
                <a:solidFill>
                  <a:schemeClr val="dk1"/>
                </a:solidFill>
                <a:latin typeface="Garamond"/>
                <a:ea typeface="Garamond"/>
                <a:cs typeface="Garamond"/>
                <a:sym typeface="Garamond"/>
              </a:rPr>
              <a:t>, M. Shafi, A. F. Molisch, M. Dohler, H. </a:t>
            </a:r>
            <a:r>
              <a:rPr lang="en-US" sz="3200" i="0" u="none" strike="noStrike" cap="none" dirty="0" err="1">
                <a:solidFill>
                  <a:schemeClr val="dk1"/>
                </a:solidFill>
                <a:latin typeface="Garamond"/>
                <a:ea typeface="Garamond"/>
                <a:cs typeface="Garamond"/>
                <a:sym typeface="Garamond"/>
              </a:rPr>
              <a:t>Sjöland</a:t>
            </a:r>
            <a:r>
              <a:rPr lang="en-US" sz="3200" i="0" u="none" strike="noStrike" cap="none" dirty="0">
                <a:solidFill>
                  <a:schemeClr val="dk1"/>
                </a:solidFill>
                <a:latin typeface="Garamond"/>
                <a:ea typeface="Garamond"/>
                <a:cs typeface="Garamond"/>
                <a:sym typeface="Garamond"/>
              </a:rPr>
              <a:t>, and F. Tufvesson, “6G Wireless Systems: Vision, Requirements, Challenges, Insights, and Opportunities,” Proceedings of the IEEE, vol. 109, no. 7, pp. 1166–1199, 2021,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10.1109/JPROC.2021.3061701.</a:t>
            </a:r>
          </a:p>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K. B. </a:t>
            </a:r>
            <a:r>
              <a:rPr lang="en-US" sz="3200" i="0" u="none" strike="noStrike" cap="none" dirty="0" err="1">
                <a:solidFill>
                  <a:schemeClr val="dk1"/>
                </a:solidFill>
                <a:latin typeface="Garamond"/>
                <a:ea typeface="Garamond"/>
                <a:cs typeface="Garamond"/>
                <a:sym typeface="Garamond"/>
              </a:rPr>
              <a:t>Letaief</a:t>
            </a:r>
            <a:r>
              <a:rPr lang="en-US" sz="3200" i="0" u="none" strike="noStrike" cap="none" dirty="0">
                <a:solidFill>
                  <a:schemeClr val="dk1"/>
                </a:solidFill>
                <a:latin typeface="Garamond"/>
                <a:ea typeface="Garamond"/>
                <a:cs typeface="Garamond"/>
                <a:sym typeface="Garamond"/>
              </a:rPr>
              <a:t>, W. Chen, Y. Shi, J. Zhang, and Y.-J. A. Zhang, “The Roadmap to 6G: AI Empowered Wireless Networks,” IEEE Communications Magazine, vol. 57, no. 8, pp. 84–90, 2019,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10.1109/MCOM.2019.1900271.</a:t>
            </a:r>
          </a:p>
          <a:p>
            <a:pPr marL="457200" marR="0" lvl="0" indent="-457200" algn="l" rtl="0">
              <a:lnSpc>
                <a:spcPct val="100000"/>
              </a:lnSpc>
              <a:spcBef>
                <a:spcPts val="0"/>
              </a:spcBef>
              <a:spcAft>
                <a:spcPts val="0"/>
              </a:spcAft>
              <a:buClr>
                <a:srgbClr val="000000"/>
              </a:buClr>
              <a:buSzPts val="2900"/>
              <a:buFont typeface="Arial"/>
              <a:buNone/>
            </a:pPr>
            <a:r>
              <a:rPr lang="en-US" sz="3200" dirty="0">
                <a:solidFill>
                  <a:schemeClr val="dk1"/>
                </a:solidFill>
                <a:latin typeface="Garamond"/>
                <a:ea typeface="Garamond"/>
                <a:cs typeface="Garamond"/>
                <a:sym typeface="Garamond"/>
              </a:rPr>
              <a:t>M. Giordani, M. Polese, M. </a:t>
            </a:r>
            <a:r>
              <a:rPr lang="en-US" sz="3200" dirty="0" err="1">
                <a:solidFill>
                  <a:schemeClr val="dk1"/>
                </a:solidFill>
                <a:latin typeface="Garamond"/>
                <a:ea typeface="Garamond"/>
                <a:cs typeface="Garamond"/>
                <a:sym typeface="Garamond"/>
              </a:rPr>
              <a:t>Mezzavilla</a:t>
            </a:r>
            <a:r>
              <a:rPr lang="en-US" sz="3200" dirty="0">
                <a:solidFill>
                  <a:schemeClr val="dk1"/>
                </a:solidFill>
                <a:latin typeface="Garamond"/>
                <a:ea typeface="Garamond"/>
                <a:cs typeface="Garamond"/>
                <a:sym typeface="Garamond"/>
              </a:rPr>
              <a:t>, S. Rangan, and M. Zorzi, “Toward 6G Networks: Use Cases and Technologies,” IEEE Communications Magazine, vol. 58, no. 3, pp. 55–61, 2020, </a:t>
            </a:r>
            <a:r>
              <a:rPr lang="en-US" sz="3200" dirty="0" err="1">
                <a:solidFill>
                  <a:schemeClr val="dk1"/>
                </a:solidFill>
                <a:latin typeface="Garamond"/>
                <a:ea typeface="Garamond"/>
                <a:cs typeface="Garamond"/>
                <a:sym typeface="Garamond"/>
              </a:rPr>
              <a:t>doi</a:t>
            </a:r>
            <a:r>
              <a:rPr lang="en-US" sz="3200" dirty="0">
                <a:solidFill>
                  <a:schemeClr val="dk1"/>
                </a:solidFill>
                <a:latin typeface="Garamond"/>
                <a:ea typeface="Garamond"/>
                <a:cs typeface="Garamond"/>
                <a:sym typeface="Garamond"/>
              </a:rPr>
              <a:t>: 10.1109/MCOM.001.1900411.</a:t>
            </a:r>
            <a:endParaRPr lang="en-US" sz="3200" i="0" u="none" strike="noStrike" cap="none" dirty="0">
              <a:solidFill>
                <a:schemeClr val="dk1"/>
              </a:solidFill>
              <a:latin typeface="Garamond"/>
              <a:ea typeface="Garamond"/>
              <a:cs typeface="Garamond"/>
              <a:sym typeface="Garamond"/>
            </a:endParaRPr>
          </a:p>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R. </a:t>
            </a:r>
            <a:r>
              <a:rPr lang="en-US" sz="3200" i="0" u="none" strike="noStrike" cap="none" dirty="0" err="1">
                <a:solidFill>
                  <a:schemeClr val="dk1"/>
                </a:solidFill>
                <a:latin typeface="Garamond"/>
                <a:ea typeface="Garamond"/>
                <a:cs typeface="Garamond"/>
                <a:sym typeface="Garamond"/>
              </a:rPr>
              <a:t>Chataut</a:t>
            </a:r>
            <a:r>
              <a:rPr lang="en-US" sz="3200" i="0" u="none" strike="noStrike" cap="none" dirty="0">
                <a:solidFill>
                  <a:schemeClr val="dk1"/>
                </a:solidFill>
                <a:latin typeface="Garamond"/>
                <a:ea typeface="Garamond"/>
                <a:cs typeface="Garamond"/>
                <a:sym typeface="Garamond"/>
              </a:rPr>
              <a:t>, M. Nankya, and R. Akl, “6G Networks and the AI Revolution—Exploring Technologies, Applications, and Emerging Challenges,” Sensors, vol. 24, no. 6, 2024,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10.3390/s24061888.</a:t>
            </a:r>
          </a:p>
        </p:txBody>
      </p:sp>
      <p:pic>
        <p:nvPicPr>
          <p:cNvPr id="26" name="Picture 25">
            <a:extLst>
              <a:ext uri="{FF2B5EF4-FFF2-40B4-BE49-F238E27FC236}">
                <a16:creationId xmlns:a16="http://schemas.microsoft.com/office/drawing/2014/main" id="{A10F6820-C98F-FBC3-0E91-4BFE4F45233D}"/>
              </a:ext>
            </a:extLst>
          </p:cNvPr>
          <p:cNvPicPr>
            <a:picLocks noChangeAspect="1"/>
          </p:cNvPicPr>
          <p:nvPr/>
        </p:nvPicPr>
        <p:blipFill>
          <a:blip r:embed="rId7"/>
          <a:stretch>
            <a:fillRect/>
          </a:stretch>
        </p:blipFill>
        <p:spPr>
          <a:xfrm>
            <a:off x="1095871" y="22281790"/>
            <a:ext cx="3295416" cy="3295416"/>
          </a:xfrm>
          <a:prstGeom prst="rect">
            <a:avLst/>
          </a:prstGeom>
        </p:spPr>
      </p:pic>
      <p:pic>
        <p:nvPicPr>
          <p:cNvPr id="28" name="Picture 27">
            <a:extLst>
              <a:ext uri="{FF2B5EF4-FFF2-40B4-BE49-F238E27FC236}">
                <a16:creationId xmlns:a16="http://schemas.microsoft.com/office/drawing/2014/main" id="{F2BED785-89E7-BA7F-6471-A7223F00F8E5}"/>
              </a:ext>
            </a:extLst>
          </p:cNvPr>
          <p:cNvPicPr>
            <a:picLocks noChangeAspect="1"/>
          </p:cNvPicPr>
          <p:nvPr/>
        </p:nvPicPr>
        <p:blipFill>
          <a:blip r:embed="rId8"/>
          <a:stretch>
            <a:fillRect/>
          </a:stretch>
        </p:blipFill>
        <p:spPr>
          <a:xfrm>
            <a:off x="6738000" y="22273139"/>
            <a:ext cx="3295416" cy="3295416"/>
          </a:xfrm>
          <a:prstGeom prst="rect">
            <a:avLst/>
          </a:prstGeom>
        </p:spPr>
      </p:pic>
      <p:sp>
        <p:nvSpPr>
          <p:cNvPr id="29" name="TextBox 28">
            <a:extLst>
              <a:ext uri="{FF2B5EF4-FFF2-40B4-BE49-F238E27FC236}">
                <a16:creationId xmlns:a16="http://schemas.microsoft.com/office/drawing/2014/main" id="{6CDBB6AA-C42A-1A9E-F2F0-B65C08F3F375}"/>
              </a:ext>
            </a:extLst>
          </p:cNvPr>
          <p:cNvSpPr txBox="1"/>
          <p:nvPr/>
        </p:nvSpPr>
        <p:spPr>
          <a:xfrm>
            <a:off x="963109" y="21885440"/>
            <a:ext cx="3659976" cy="584775"/>
          </a:xfrm>
          <a:prstGeom prst="rect">
            <a:avLst/>
          </a:prstGeom>
          <a:noFill/>
        </p:spPr>
        <p:txBody>
          <a:bodyPr wrap="none" rtlCol="0">
            <a:spAutoFit/>
          </a:bodyPr>
          <a:lstStyle/>
          <a:p>
            <a:r>
              <a:rPr lang="en-US" sz="3200" dirty="0" err="1">
                <a:latin typeface="Garamond" panose="02020404030301010803" pitchFamily="18" charset="0"/>
              </a:rPr>
              <a:t>Youtube</a:t>
            </a:r>
            <a:r>
              <a:rPr lang="en-US" sz="3200" dirty="0">
                <a:latin typeface="Garamond" panose="02020404030301010803" pitchFamily="18" charset="0"/>
              </a:rPr>
              <a:t> Presentation</a:t>
            </a:r>
          </a:p>
        </p:txBody>
      </p:sp>
      <p:sp>
        <p:nvSpPr>
          <p:cNvPr id="31" name="TextBox 30">
            <a:extLst>
              <a:ext uri="{FF2B5EF4-FFF2-40B4-BE49-F238E27FC236}">
                <a16:creationId xmlns:a16="http://schemas.microsoft.com/office/drawing/2014/main" id="{003F0002-49CA-FBAB-1317-8FE41976D194}"/>
              </a:ext>
            </a:extLst>
          </p:cNvPr>
          <p:cNvSpPr txBox="1"/>
          <p:nvPr/>
        </p:nvSpPr>
        <p:spPr>
          <a:xfrm>
            <a:off x="6771620" y="21903969"/>
            <a:ext cx="3230372" cy="584775"/>
          </a:xfrm>
          <a:prstGeom prst="rect">
            <a:avLst/>
          </a:prstGeom>
          <a:noFill/>
        </p:spPr>
        <p:txBody>
          <a:bodyPr wrap="none" rtlCol="0">
            <a:spAutoFit/>
          </a:bodyPr>
          <a:lstStyle/>
          <a:p>
            <a:r>
              <a:rPr lang="en-US" sz="3200" dirty="0">
                <a:latin typeface="Garamond" panose="02020404030301010803" pitchFamily="18" charset="0"/>
              </a:rPr>
              <a:t>BLAST Repository</a:t>
            </a:r>
          </a:p>
        </p:txBody>
      </p:sp>
    </p:spTree>
    <p:extLst>
      <p:ext uri="{BB962C8B-B14F-4D97-AF65-F5344CB8AC3E}">
        <p14:creationId xmlns:p14="http://schemas.microsoft.com/office/powerpoint/2010/main" val="1021656319"/>
      </p:ext>
    </p:extLst>
  </p:cSld>
  <p:clrMapOvr>
    <a:masterClrMapping/>
  </p:clrMapOvr>
</p:sld>
</file>

<file path=ppt/theme/theme1.xml><?xml version="1.0" encoding="utf-8"?>
<a:theme xmlns:a="http://schemas.openxmlformats.org/drawingml/2006/main" name="1_Defaul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6962</TotalTime>
  <Words>1615</Words>
  <Application>Microsoft Office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Garamond</vt:lpstr>
      <vt:lpstr>Arial</vt:lpstr>
      <vt:lpstr>Arial Black</vt:lpstr>
      <vt:lpstr>Helvetica Neue</vt:lpstr>
      <vt:lpstr>1_Default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Govindaswamy, Victor</dc:creator>
  <cp:lastModifiedBy>Bruxvoort, James</cp:lastModifiedBy>
  <cp:revision>14</cp:revision>
  <dcterms:modified xsi:type="dcterms:W3CDTF">2026-10-27T18:25:17Z</dcterms:modified>
</cp:coreProperties>
</file>